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Shape 1"/>
          <p:cNvSpPr/>
          <p:nvPr/>
        </p:nvSpPr>
        <p:spPr>
          <a:xfrm>
            <a:off x="4567428" y="1371600"/>
            <a:ext cx="9144" cy="640080"/>
          </a:xfrm>
          <a:prstGeom prst="line">
            <a:avLst/>
          </a:prstGeom>
          <a:noFill/>
          <a:ln w="15240">
            <a:solidFill>
              <a:srgbClr val="A8915C"/>
            </a:solidFill>
            <a:prstDash val="solid"/>
          </a:ln>
        </p:spPr>
      </p:sp>
      <p:sp>
        <p:nvSpPr>
          <p:cNvPr id="4" name="Shape 2"/>
          <p:cNvSpPr/>
          <p:nvPr/>
        </p:nvSpPr>
        <p:spPr>
          <a:xfrm>
            <a:off x="4325815" y="1687068"/>
            <a:ext cx="492369" cy="9144"/>
          </a:xfrm>
          <a:prstGeom prst="line">
            <a:avLst/>
          </a:prstGeom>
          <a:noFill/>
          <a:ln w="15240">
            <a:solidFill>
              <a:srgbClr val="A8915C"/>
            </a:solidFill>
            <a:prstDash val="solid"/>
          </a:ln>
        </p:spPr>
      </p:sp>
      <p:sp>
        <p:nvSpPr>
          <p:cNvPr id="5" name="Text 3"/>
          <p:cNvSpPr/>
          <p:nvPr/>
        </p:nvSpPr>
        <p:spPr>
          <a:xfrm>
            <a:off x="457200" y="594360"/>
            <a:ext cx="8229600" cy="320040"/>
          </a:xfrm>
          <a:prstGeom prst="rect">
            <a:avLst/>
          </a:prstGeom>
          <a:noFill/>
          <a:ln/>
        </p:spPr>
        <p:txBody>
          <a:bodyPr wrap="square" lIns="0" tIns="0" rIns="0" bIns="0" rtlCol="0" anchor="ctr"/>
          <a:lstStyle/>
          <a:p>
            <a:pPr algn="ctr" indent="0" marL="0">
              <a:buNone/>
            </a:pPr>
            <a:r>
              <a:rPr lang="en-US" sz="1100" spc="600" kern="0" dirty="0">
                <a:solidFill>
                  <a:srgbClr val="8A7560"/>
                </a:solidFill>
                <a:latin typeface="JetBrains Mono" pitchFamily="34" charset="0"/>
                <a:ea typeface="JetBrains Mono" pitchFamily="34" charset="-122"/>
                <a:cs typeface="JetBrains Mono" pitchFamily="34" charset="-120"/>
              </a:rPr>
              <a:t>CURSO DE CATEQUESIS</a:t>
            </a:r>
            <a:endParaRPr lang="en-US" sz="1100" dirty="0"/>
          </a:p>
        </p:txBody>
      </p:sp>
      <p:sp>
        <p:nvSpPr>
          <p:cNvPr id="6" name="Text 4"/>
          <p:cNvSpPr/>
          <p:nvPr/>
        </p:nvSpPr>
        <p:spPr>
          <a:xfrm>
            <a:off x="457200" y="868680"/>
            <a:ext cx="8229600" cy="365760"/>
          </a:xfrm>
          <a:prstGeom prst="rect">
            <a:avLst/>
          </a:prstGeom>
          <a:noFill/>
          <a:ln/>
        </p:spPr>
        <p:txBody>
          <a:bodyPr wrap="square" lIns="0" tIns="0" rIns="0" bIns="0" rtlCol="0" anchor="ctr"/>
          <a:lstStyle/>
          <a:p>
            <a:pPr algn="ctr" indent="0" marL="0">
              <a:buNone/>
            </a:pPr>
            <a:r>
              <a:rPr lang="en-US" sz="1600" i="1" dirty="0">
                <a:solidFill>
                  <a:srgbClr val="8A7560"/>
                </a:solidFill>
                <a:latin typeface="Cormorant Garamond" pitchFamily="34" charset="0"/>
                <a:ea typeface="Cormorant Garamond" pitchFamily="34" charset="-122"/>
                <a:cs typeface="Cormorant Garamond" pitchFamily="34" charset="-120"/>
              </a:rPr>
              <a:t>Confirmación de Adultos</a:t>
            </a:r>
            <a:endParaRPr lang="en-US" sz="1600" dirty="0"/>
          </a:p>
        </p:txBody>
      </p:sp>
      <p:sp>
        <p:nvSpPr>
          <p:cNvPr id="7" name="Text 5"/>
          <p:cNvSpPr/>
          <p:nvPr/>
        </p:nvSpPr>
        <p:spPr>
          <a:xfrm>
            <a:off x="457200" y="2240280"/>
            <a:ext cx="8229600" cy="868680"/>
          </a:xfrm>
          <a:prstGeom prst="rect">
            <a:avLst/>
          </a:prstGeom>
          <a:noFill/>
          <a:ln/>
        </p:spPr>
        <p:txBody>
          <a:bodyPr wrap="square" lIns="0" tIns="0" rIns="0" bIns="0" rtlCol="0" anchor="ctr"/>
          <a:lstStyle/>
          <a:p>
            <a:pPr algn="ctr" indent="0" marL="0">
              <a:buNone/>
            </a:pPr>
            <a:r>
              <a:rPr lang="en-US" sz="6400" spc="-100" kern="0" dirty="0">
                <a:solidFill>
                  <a:srgbClr val="5C1A1B"/>
                </a:solidFill>
                <a:latin typeface="Cormorant Garamond" pitchFamily="34" charset="0"/>
                <a:ea typeface="Cormorant Garamond" pitchFamily="34" charset="-122"/>
                <a:cs typeface="Cormorant Garamond" pitchFamily="34" charset="-120"/>
              </a:rPr>
              <a:t>Creo en Jesucristo</a:t>
            </a:r>
            <a:endParaRPr lang="en-US" sz="6400" dirty="0"/>
          </a:p>
        </p:txBody>
      </p:sp>
      <p:sp>
        <p:nvSpPr>
          <p:cNvPr id="8" name="Text 6"/>
          <p:cNvSpPr/>
          <p:nvPr/>
        </p:nvSpPr>
        <p:spPr>
          <a:xfrm>
            <a:off x="457200" y="3063240"/>
            <a:ext cx="8229600" cy="685800"/>
          </a:xfrm>
          <a:prstGeom prst="rect">
            <a:avLst/>
          </a:prstGeom>
          <a:noFill/>
          <a:ln/>
        </p:spPr>
        <p:txBody>
          <a:bodyPr wrap="square" lIns="0" tIns="0" rIns="0" bIns="0" rtlCol="0" anchor="ctr"/>
          <a:lstStyle/>
          <a:p>
            <a:pPr algn="ctr" indent="0" marL="0">
              <a:buNone/>
            </a:pPr>
            <a:r>
              <a:rPr lang="en-US" sz="3600" i="1" dirty="0">
                <a:solidFill>
                  <a:srgbClr val="73201D"/>
                </a:solidFill>
                <a:latin typeface="Cormorant Garamond" pitchFamily="34" charset="0"/>
                <a:ea typeface="Cormorant Garamond" pitchFamily="34" charset="-122"/>
                <a:cs typeface="Cormorant Garamond" pitchFamily="34" charset="-120"/>
              </a:rPr>
              <a:t>Hijo único de Dios</a:t>
            </a:r>
            <a:endParaRPr lang="en-US" sz="3600" dirty="0"/>
          </a:p>
        </p:txBody>
      </p:sp>
      <p:sp>
        <p:nvSpPr>
          <p:cNvPr id="9" name="Shape 7"/>
          <p:cNvSpPr/>
          <p:nvPr/>
        </p:nvSpPr>
        <p:spPr>
          <a:xfrm>
            <a:off x="3657600" y="3931920"/>
            <a:ext cx="1828800" cy="0"/>
          </a:xfrm>
          <a:prstGeom prst="line">
            <a:avLst/>
          </a:prstGeom>
          <a:noFill/>
          <a:ln w="9525">
            <a:solidFill>
              <a:srgbClr val="B5A285"/>
            </a:solidFill>
            <a:prstDash val="solid"/>
          </a:ln>
        </p:spPr>
      </p:sp>
      <p:sp>
        <p:nvSpPr>
          <p:cNvPr id="10" name="Text 8"/>
          <p:cNvSpPr/>
          <p:nvPr/>
        </p:nvSpPr>
        <p:spPr>
          <a:xfrm>
            <a:off x="457200" y="4114800"/>
            <a:ext cx="8229600" cy="320040"/>
          </a:xfrm>
          <a:prstGeom prst="rect">
            <a:avLst/>
          </a:prstGeom>
          <a:noFill/>
          <a:ln/>
        </p:spPr>
        <p:txBody>
          <a:bodyPr wrap="square" lIns="0" tIns="0" rIns="0" bIns="0" rtlCol="0" anchor="ctr"/>
          <a:lstStyle/>
          <a:p>
            <a:pPr algn="ctr" indent="0" marL="0">
              <a:buNone/>
            </a:pPr>
            <a:r>
              <a:rPr lang="en-US" sz="1000" spc="300" kern="0" dirty="0">
                <a:solidFill>
                  <a:srgbClr val="8A7560"/>
                </a:solidFill>
                <a:latin typeface="JetBrains Mono" pitchFamily="34" charset="0"/>
                <a:ea typeface="JetBrains Mono" pitchFamily="34" charset="-122"/>
                <a:cs typeface="JetBrains Mono" pitchFamily="34" charset="-120"/>
              </a:rPr>
              <a:t>Capítulo II de La Profesión de la Fe Cristiana · CCC §§ 422-682</a:t>
            </a:r>
            <a:endParaRPr lang="en-US" sz="1000" dirty="0"/>
          </a:p>
        </p:txBody>
      </p:sp>
      <p:sp>
        <p:nvSpPr>
          <p:cNvPr id="11" name="Text 9"/>
          <p:cNvSpPr/>
          <p:nvPr/>
        </p:nvSpPr>
        <p:spPr>
          <a:xfrm>
            <a:off x="457200" y="4617720"/>
            <a:ext cx="8229600" cy="365760"/>
          </a:xfrm>
          <a:prstGeom prst="rect">
            <a:avLst/>
          </a:prstGeom>
          <a:noFill/>
          <a:ln/>
        </p:spPr>
        <p:txBody>
          <a:bodyPr wrap="square" lIns="0" tIns="0" rIns="0" bIns="0" rtlCol="0" anchor="ctr"/>
          <a:lstStyle/>
          <a:p>
            <a:pPr algn="ctr" indent="0" marL="0">
              <a:buNone/>
            </a:pPr>
            <a:r>
              <a:rPr lang="en-US" sz="1300" i="1" dirty="0">
                <a:solidFill>
                  <a:srgbClr val="5C1A1B"/>
                </a:solidFill>
                <a:latin typeface="Cormorant Garamond" pitchFamily="34" charset="0"/>
                <a:ea typeface="Cormorant Garamond" pitchFamily="34" charset="-122"/>
                <a:cs typeface="Cormorant Garamond" pitchFamily="34" charset="-120"/>
              </a:rPr>
              <a:t>En el nombre del Padre, y del Hijo, y del Espíritu Santo. Amén.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777240"/>
            <a:ext cx="8229600" cy="365760"/>
          </a:xfrm>
          <a:prstGeom prst="rect">
            <a:avLst/>
          </a:prstGeom>
          <a:noFill/>
          <a:ln/>
        </p:spPr>
        <p:txBody>
          <a:bodyPr wrap="square" lIns="0" tIns="0" rIns="0" bIns="0" rtlCol="0" anchor="ctr"/>
          <a:lstStyle/>
          <a:p>
            <a:pPr algn="ctr" indent="0" marL="0">
              <a:buNone/>
            </a:pPr>
            <a:r>
              <a:rPr lang="en-US" sz="1200" spc="400" kern="0" dirty="0">
                <a:solidFill>
                  <a:srgbClr val="8A7560"/>
                </a:solidFill>
                <a:latin typeface="JetBrains Mono" pitchFamily="34" charset="0"/>
                <a:ea typeface="JetBrains Mono" pitchFamily="34" charset="-122"/>
                <a:cs typeface="JetBrains Mono" pitchFamily="34" charset="-120"/>
              </a:rPr>
              <a:t>Mateo 16, 16</a:t>
            </a:r>
            <a:endParaRPr lang="en-US" sz="1200" dirty="0"/>
          </a:p>
        </p:txBody>
      </p:sp>
      <p:sp>
        <p:nvSpPr>
          <p:cNvPr id="4" name="Shape 2"/>
          <p:cNvSpPr/>
          <p:nvPr/>
        </p:nvSpPr>
        <p:spPr>
          <a:xfrm>
            <a:off x="4567428" y="1234440"/>
            <a:ext cx="9144" cy="365760"/>
          </a:xfrm>
          <a:prstGeom prst="line">
            <a:avLst/>
          </a:prstGeom>
          <a:noFill/>
          <a:ln w="15240">
            <a:solidFill>
              <a:srgbClr val="A8915C"/>
            </a:solidFill>
            <a:prstDash val="solid"/>
          </a:ln>
        </p:spPr>
      </p:sp>
      <p:sp>
        <p:nvSpPr>
          <p:cNvPr id="5" name="Shape 3"/>
          <p:cNvSpPr/>
          <p:nvPr/>
        </p:nvSpPr>
        <p:spPr>
          <a:xfrm>
            <a:off x="4431323" y="1412748"/>
            <a:ext cx="281354" cy="9144"/>
          </a:xfrm>
          <a:prstGeom prst="line">
            <a:avLst/>
          </a:prstGeom>
          <a:noFill/>
          <a:ln w="15240">
            <a:solidFill>
              <a:srgbClr val="A8915C"/>
            </a:solidFill>
            <a:prstDash val="solid"/>
          </a:ln>
        </p:spPr>
      </p:sp>
      <p:sp>
        <p:nvSpPr>
          <p:cNvPr id="6" name="Text 4"/>
          <p:cNvSpPr/>
          <p:nvPr/>
        </p:nvSpPr>
        <p:spPr>
          <a:xfrm>
            <a:off x="731520" y="1920240"/>
            <a:ext cx="7680960" cy="1280160"/>
          </a:xfrm>
          <a:prstGeom prst="rect">
            <a:avLst/>
          </a:prstGeom>
          <a:noFill/>
          <a:ln/>
        </p:spPr>
        <p:txBody>
          <a:bodyPr wrap="square" lIns="0" tIns="0" rIns="0" bIns="0" rtlCol="0" anchor="ctr"/>
          <a:lstStyle/>
          <a:p>
            <a:pPr algn="ctr" indent="0" marL="0">
              <a:buNone/>
            </a:pPr>
            <a:r>
              <a:rPr lang="en-US" sz="4000" i="1" spc="-50" kern="0" dirty="0">
                <a:solidFill>
                  <a:srgbClr val="5C1A1B"/>
                </a:solidFill>
                <a:latin typeface="Cormorant Garamond" pitchFamily="34" charset="0"/>
                <a:ea typeface="Cormorant Garamond" pitchFamily="34" charset="-122"/>
                <a:cs typeface="Cormorant Garamond" pitchFamily="34" charset="-120"/>
              </a:rPr>
              <a:t>«Tú eres el Cristo, el Hijo de Dios vivo.»</a:t>
            </a:r>
            <a:endParaRPr lang="en-US" sz="4000" dirty="0"/>
          </a:p>
        </p:txBody>
      </p:sp>
      <p:sp>
        <p:nvSpPr>
          <p:cNvPr id="7" name="Text 5"/>
          <p:cNvSpPr/>
          <p:nvPr/>
        </p:nvSpPr>
        <p:spPr>
          <a:xfrm>
            <a:off x="1097280" y="3337560"/>
            <a:ext cx="6949440" cy="594360"/>
          </a:xfrm>
          <a:prstGeom prst="rect">
            <a:avLst/>
          </a:prstGeom>
          <a:noFill/>
          <a:ln/>
        </p:spPr>
        <p:txBody>
          <a:bodyPr wrap="square" lIns="0" tIns="0" rIns="0" bIns="0" rtlCol="0" anchor="ctr"/>
          <a:lstStyle/>
          <a:p>
            <a:pPr algn="ctr" indent="0" marL="0">
              <a:buNone/>
            </a:pPr>
            <a:r>
              <a:rPr lang="en-US" sz="1600" i="1" dirty="0">
                <a:solidFill>
                  <a:srgbClr val="8A7560"/>
                </a:solidFill>
                <a:latin typeface="EB Garamond" pitchFamily="34" charset="0"/>
                <a:ea typeface="EB Garamond" pitchFamily="34" charset="-122"/>
                <a:cs typeface="EB Garamond" pitchFamily="34" charset="-120"/>
              </a:rPr>
              <a:t>Sobre la roca de esta fe, confesada por Pedro, Cristo ha construido su Iglesia.</a:t>
            </a:r>
            <a:endParaRPr lang="en-US" sz="1600" dirty="0"/>
          </a:p>
        </p:txBody>
      </p:sp>
      <p:sp>
        <p:nvSpPr>
          <p:cNvPr id="8" name="Text 6"/>
          <p:cNvSpPr/>
          <p:nvPr/>
        </p:nvSpPr>
        <p:spPr>
          <a:xfrm>
            <a:off x="457200" y="4160520"/>
            <a:ext cx="8229600" cy="274320"/>
          </a:xfrm>
          <a:prstGeom prst="rect">
            <a:avLst/>
          </a:prstGeom>
          <a:noFill/>
          <a:ln/>
        </p:spPr>
        <p:txBody>
          <a:bodyPr wrap="square" lIns="0" tIns="0" rIns="0" bIns="0" rtlCol="0" anchor="ctr"/>
          <a:lstStyle/>
          <a:p>
            <a:pPr algn="ctr" indent="0" marL="0">
              <a:buNone/>
            </a:pPr>
            <a:r>
              <a:rPr lang="en-US" sz="1000" spc="300" kern="0" dirty="0">
                <a:solidFill>
                  <a:srgbClr val="8A7560"/>
                </a:solidFill>
                <a:latin typeface="JetBrains Mono" pitchFamily="34" charset="0"/>
                <a:ea typeface="JetBrains Mono" pitchFamily="34" charset="-122"/>
                <a:cs typeface="JetBrains Mono" pitchFamily="34" charset="-120"/>
              </a:rPr>
              <a:t>Mt 16, 16 · CEC 424</a:t>
            </a:r>
            <a:endParaRPr lang="en-US" sz="1000" dirty="0"/>
          </a:p>
        </p:txBody>
      </p:sp>
      <p:sp>
        <p:nvSpPr>
          <p:cNvPr id="9" name="Text 7"/>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02 / 30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502920"/>
            <a:ext cx="8229600" cy="274320"/>
          </a:xfrm>
          <a:prstGeom prst="rect">
            <a:avLst/>
          </a:prstGeom>
          <a:noFill/>
          <a:ln/>
        </p:spPr>
        <p:txBody>
          <a:bodyPr wrap="square" lIns="0" tIns="0" rIns="0" bIns="0" rtlCol="0" anchor="ctr"/>
          <a:lstStyle/>
          <a:p>
            <a:pPr algn="ctr" indent="0" marL="0">
              <a:buNone/>
            </a:pPr>
            <a:r>
              <a:rPr lang="en-US" sz="900" spc="500" kern="0" dirty="0">
                <a:solidFill>
                  <a:srgbClr val="8A7560"/>
                </a:solidFill>
                <a:latin typeface="JetBrains Mono" pitchFamily="34" charset="0"/>
                <a:ea typeface="JetBrains Mono" pitchFamily="34" charset="-122"/>
                <a:cs typeface="JetBrains Mono" pitchFamily="34" charset="-120"/>
              </a:rPr>
              <a:t>LA BUENA NUEVA</a:t>
            </a:r>
            <a:endParaRPr lang="en-US" sz="900" dirty="0"/>
          </a:p>
        </p:txBody>
      </p:sp>
      <p:sp>
        <p:nvSpPr>
          <p:cNvPr id="4" name="Text 2"/>
          <p:cNvSpPr/>
          <p:nvPr/>
        </p:nvSpPr>
        <p:spPr>
          <a:xfrm>
            <a:off x="457200" y="822960"/>
            <a:ext cx="8229600" cy="594360"/>
          </a:xfrm>
          <a:prstGeom prst="rect">
            <a:avLst/>
          </a:prstGeom>
          <a:noFill/>
          <a:ln/>
        </p:spPr>
        <p:txBody>
          <a:bodyPr wrap="square" lIns="0" tIns="0" rIns="0" bIns="0" rtlCol="0" anchor="ctr"/>
          <a:lstStyle/>
          <a:p>
            <a:pPr algn="ctr" indent="0" marL="0">
              <a:buNone/>
            </a:pPr>
            <a:r>
              <a:rPr lang="en-US" sz="3600" dirty="0">
                <a:solidFill>
                  <a:srgbClr val="5C1A1B"/>
                </a:solidFill>
                <a:latin typeface="Cormorant Garamond" pitchFamily="34" charset="0"/>
                <a:ea typeface="Cormorant Garamond" pitchFamily="34" charset="-122"/>
                <a:cs typeface="Cormorant Garamond" pitchFamily="34" charset="-120"/>
              </a:rPr>
              <a:t>Dios ha enviado a su Hijo</a:t>
            </a:r>
            <a:endParaRPr lang="en-US" sz="3600" dirty="0"/>
          </a:p>
        </p:txBody>
      </p:sp>
      <p:sp>
        <p:nvSpPr>
          <p:cNvPr id="5" name="Shape 3"/>
          <p:cNvSpPr/>
          <p:nvPr/>
        </p:nvSpPr>
        <p:spPr>
          <a:xfrm>
            <a:off x="3886200" y="1508760"/>
            <a:ext cx="1371600" cy="0"/>
          </a:xfrm>
          <a:prstGeom prst="line">
            <a:avLst/>
          </a:prstGeom>
          <a:noFill/>
          <a:ln w="9525">
            <a:solidFill>
              <a:srgbClr val="B5A285"/>
            </a:solidFill>
            <a:prstDash val="solid"/>
          </a:ln>
        </p:spPr>
      </p:sp>
      <p:sp>
        <p:nvSpPr>
          <p:cNvPr id="6" name="Text 4"/>
          <p:cNvSpPr/>
          <p:nvPr/>
        </p:nvSpPr>
        <p:spPr>
          <a:xfrm>
            <a:off x="731520" y="1783080"/>
            <a:ext cx="7680960" cy="1097280"/>
          </a:xfrm>
          <a:prstGeom prst="rect">
            <a:avLst/>
          </a:prstGeom>
          <a:noFill/>
          <a:ln/>
        </p:spPr>
        <p:txBody>
          <a:bodyPr wrap="square" lIns="0" tIns="0" rIns="0" bIns="0" rtlCol="0" anchor="ctr"/>
          <a:lstStyle/>
          <a:p>
            <a:pPr algn="ctr" indent="0" marL="0">
              <a:buNone/>
            </a:pPr>
            <a:r>
              <a:rPr lang="en-US" sz="1600" i="1" dirty="0">
                <a:solidFill>
                  <a:srgbClr val="5C1A1B"/>
                </a:solidFill>
                <a:latin typeface="EB Garamond" pitchFamily="34" charset="0"/>
                <a:ea typeface="EB Garamond" pitchFamily="34" charset="-122"/>
                <a:cs typeface="EB Garamond" pitchFamily="34" charset="-120"/>
              </a:rPr>
              <a:t>«Pero, al llegar la plenitud de los tiempos, envió Dios a su Hijo, nacido de mujer, nacido bajo la Ley, para rescatar a los que se hallaban bajo la Ley, y para que recibiéramos la filiación adoptiva.»</a:t>
            </a:r>
            <a:endParaRPr lang="en-US" sz="1600" dirty="0"/>
          </a:p>
        </p:txBody>
      </p:sp>
      <p:sp>
        <p:nvSpPr>
          <p:cNvPr id="7" name="Text 5"/>
          <p:cNvSpPr/>
          <p:nvPr/>
        </p:nvSpPr>
        <p:spPr>
          <a:xfrm>
            <a:off x="457200" y="2926080"/>
            <a:ext cx="8229600" cy="228600"/>
          </a:xfrm>
          <a:prstGeom prst="rect">
            <a:avLst/>
          </a:prstGeom>
          <a:noFill/>
          <a:ln/>
        </p:spPr>
        <p:txBody>
          <a:bodyPr wrap="square" lIns="0" tIns="0" rIns="0" bIns="0" rtlCol="0" anchor="ctr"/>
          <a:lstStyle/>
          <a:p>
            <a:pPr algn="ctr" indent="0" marL="0">
              <a:buNone/>
            </a:pPr>
            <a:r>
              <a:rPr lang="en-US" sz="900" spc="300" kern="0" dirty="0">
                <a:solidFill>
                  <a:srgbClr val="8A7560"/>
                </a:solidFill>
                <a:latin typeface="JetBrains Mono" pitchFamily="34" charset="0"/>
                <a:ea typeface="JetBrains Mono" pitchFamily="34" charset="-122"/>
                <a:cs typeface="JetBrains Mono" pitchFamily="34" charset="-120"/>
              </a:rPr>
              <a:t>Ga 4, 4-5</a:t>
            </a:r>
            <a:endParaRPr lang="en-US" sz="900" dirty="0"/>
          </a:p>
        </p:txBody>
      </p:sp>
      <p:sp>
        <p:nvSpPr>
          <p:cNvPr id="8" name="Text 6"/>
          <p:cNvSpPr/>
          <p:nvPr/>
        </p:nvSpPr>
        <p:spPr>
          <a:xfrm>
            <a:off x="731520" y="3337560"/>
            <a:ext cx="3657600" cy="320040"/>
          </a:xfrm>
          <a:prstGeom prst="rect">
            <a:avLst/>
          </a:prstGeom>
          <a:noFill/>
          <a:ln/>
        </p:spPr>
        <p:txBody>
          <a:bodyPr wrap="square" lIns="0" tIns="0" rIns="0" bIns="0" rtlCol="0" anchor="ctr"/>
          <a:lstStyle/>
          <a:p>
            <a:pPr algn="ctr" indent="0" marL="0">
              <a:buNone/>
            </a:pPr>
            <a:r>
              <a:rPr lang="en-US" sz="1600" dirty="0">
                <a:solidFill>
                  <a:srgbClr val="A8915C"/>
                </a:solidFill>
                <a:latin typeface="Cormorant Garamond" pitchFamily="34" charset="0"/>
                <a:ea typeface="Cormorant Garamond" pitchFamily="34" charset="-122"/>
                <a:cs typeface="Cormorant Garamond" pitchFamily="34" charset="-120"/>
              </a:rPr>
              <a:t>Lo que confesamos</a:t>
            </a:r>
            <a:endParaRPr lang="en-US" sz="1600" dirty="0"/>
          </a:p>
        </p:txBody>
      </p:sp>
      <p:sp>
        <p:nvSpPr>
          <p:cNvPr id="9" name="Text 7"/>
          <p:cNvSpPr/>
          <p:nvPr/>
        </p:nvSpPr>
        <p:spPr>
          <a:xfrm>
            <a:off x="640080" y="3657600"/>
            <a:ext cx="3840480" cy="914400"/>
          </a:xfrm>
          <a:prstGeom prst="rect">
            <a:avLst/>
          </a:prstGeom>
          <a:noFill/>
          <a:ln/>
        </p:spPr>
        <p:txBody>
          <a:bodyPr wrap="square" lIns="0" tIns="0" rIns="0" bIns="0" rtlCol="0" anchor="ctr"/>
          <a:lstStyle/>
          <a:p>
            <a:pPr algn="ctr" indent="0" marL="0">
              <a:buNone/>
            </a:pPr>
            <a:r>
              <a:rPr lang="en-US" sz="1200" dirty="0">
                <a:solidFill>
                  <a:srgbClr val="5C1A1B"/>
                </a:solidFill>
                <a:latin typeface="EB Garamond" pitchFamily="34" charset="0"/>
                <a:ea typeface="EB Garamond" pitchFamily="34" charset="-122"/>
                <a:cs typeface="EB Garamond" pitchFamily="34" charset="-120"/>
              </a:rPr>
              <a:t>Jesús de Nazaret, judío, nacido en el tiempo del emperador Augusto, muerto crucificado en Jerusalén bajo Poncio Pilato, es el Hijo eterno de Dios hecho hombre.</a:t>
            </a:r>
            <a:endParaRPr lang="en-US" sz="1200" dirty="0"/>
          </a:p>
        </p:txBody>
      </p:sp>
      <p:sp>
        <p:nvSpPr>
          <p:cNvPr id="10" name="Text 8"/>
          <p:cNvSpPr/>
          <p:nvPr/>
        </p:nvSpPr>
        <p:spPr>
          <a:xfrm>
            <a:off x="4754880" y="3337560"/>
            <a:ext cx="3657600" cy="320040"/>
          </a:xfrm>
          <a:prstGeom prst="rect">
            <a:avLst/>
          </a:prstGeom>
          <a:noFill/>
          <a:ln/>
        </p:spPr>
        <p:txBody>
          <a:bodyPr wrap="square" lIns="0" tIns="0" rIns="0" bIns="0" rtlCol="0" anchor="ctr"/>
          <a:lstStyle/>
          <a:p>
            <a:pPr algn="ctr" indent="0" marL="0">
              <a:buNone/>
            </a:pPr>
            <a:r>
              <a:rPr lang="en-US" sz="1600" dirty="0">
                <a:solidFill>
                  <a:srgbClr val="A8915C"/>
                </a:solidFill>
                <a:latin typeface="Cormorant Garamond" pitchFamily="34" charset="0"/>
                <a:ea typeface="Cormorant Garamond" pitchFamily="34" charset="-122"/>
                <a:cs typeface="Cormorant Garamond" pitchFamily="34" charset="-120"/>
              </a:rPr>
              <a:t>Lo que ha hecho</a:t>
            </a:r>
            <a:endParaRPr lang="en-US" sz="1600" dirty="0"/>
          </a:p>
        </p:txBody>
      </p:sp>
      <p:sp>
        <p:nvSpPr>
          <p:cNvPr id="11" name="Text 9"/>
          <p:cNvSpPr/>
          <p:nvPr/>
        </p:nvSpPr>
        <p:spPr>
          <a:xfrm>
            <a:off x="4663440" y="3657600"/>
            <a:ext cx="3840480" cy="914400"/>
          </a:xfrm>
          <a:prstGeom prst="rect">
            <a:avLst/>
          </a:prstGeom>
          <a:noFill/>
          <a:ln/>
        </p:spPr>
        <p:txBody>
          <a:bodyPr wrap="square" lIns="0" tIns="0" rIns="0" bIns="0" rtlCol="0" anchor="ctr"/>
          <a:lstStyle/>
          <a:p>
            <a:pPr algn="ctr" indent="0" marL="0">
              <a:buNone/>
            </a:pPr>
            <a:r>
              <a:rPr lang="en-US" sz="1200" dirty="0">
                <a:solidFill>
                  <a:srgbClr val="5C1A1B"/>
                </a:solidFill>
                <a:latin typeface="EB Garamond" pitchFamily="34" charset="0"/>
                <a:ea typeface="EB Garamond" pitchFamily="34" charset="-122"/>
                <a:cs typeface="EB Garamond" pitchFamily="34" charset="-120"/>
              </a:rPr>
              <a:t>«Ha bajado del cielo», «ha venido en carne», la Palabra se hizo carne. La Buena Nueva de un Dios que sale a nuestro encuentro en su Hijo.</a:t>
            </a:r>
            <a:endParaRPr lang="en-US" sz="1200" dirty="0"/>
          </a:p>
        </p:txBody>
      </p:sp>
      <p:sp>
        <p:nvSpPr>
          <p:cNvPr id="12" name="Text 10"/>
          <p:cNvSpPr/>
          <p:nvPr/>
        </p:nvSpPr>
        <p:spPr>
          <a:xfrm>
            <a:off x="457200" y="4663440"/>
            <a:ext cx="8229600" cy="228600"/>
          </a:xfrm>
          <a:prstGeom prst="rect">
            <a:avLst/>
          </a:prstGeom>
          <a:noFill/>
          <a:ln/>
        </p:spPr>
        <p:txBody>
          <a:bodyPr wrap="square" lIns="0" tIns="0" rIns="0" bIns="0" rtlCol="0" anchor="ctr"/>
          <a:lstStyle/>
          <a:p>
            <a:pPr algn="ctr" indent="0" marL="0">
              <a:buNone/>
            </a:pPr>
            <a:r>
              <a:rPr lang="en-US" sz="1000" spc="400" kern="0" dirty="0">
                <a:solidFill>
                  <a:srgbClr val="8A7560"/>
                </a:solidFill>
                <a:latin typeface="JetBrains Mono" pitchFamily="34" charset="0"/>
                <a:ea typeface="JetBrains Mono" pitchFamily="34" charset="-122"/>
                <a:cs typeface="JetBrains Mono" pitchFamily="34" charset="-120"/>
              </a:rPr>
              <a:t>CEC 422-424</a:t>
            </a:r>
            <a:endParaRPr lang="en-US" sz="1000" dirty="0"/>
          </a:p>
        </p:txBody>
      </p:sp>
      <p:sp>
        <p:nvSpPr>
          <p:cNvPr id="13" name="Text 11"/>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03 / 30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502920"/>
            <a:ext cx="8229600" cy="274320"/>
          </a:xfrm>
          <a:prstGeom prst="rect">
            <a:avLst/>
          </a:prstGeom>
          <a:noFill/>
          <a:ln/>
        </p:spPr>
        <p:txBody>
          <a:bodyPr wrap="square" lIns="0" tIns="0" rIns="0" bIns="0" rtlCol="0" anchor="ctr"/>
          <a:lstStyle/>
          <a:p>
            <a:pPr algn="ctr" indent="0" marL="0">
              <a:buNone/>
            </a:pPr>
            <a:r>
              <a:rPr lang="en-US" sz="900" spc="500" kern="0" dirty="0">
                <a:solidFill>
                  <a:srgbClr val="8A7560"/>
                </a:solidFill>
                <a:latin typeface="JetBrains Mono" pitchFamily="34" charset="0"/>
                <a:ea typeface="JetBrains Mono" pitchFamily="34" charset="-122"/>
                <a:cs typeface="JetBrains Mono" pitchFamily="34" charset="-120"/>
              </a:rPr>
              <a:t>EL CENTRO DE LA CATEQUESIS</a:t>
            </a:r>
            <a:endParaRPr lang="en-US" sz="900" dirty="0"/>
          </a:p>
        </p:txBody>
      </p:sp>
      <p:sp>
        <p:nvSpPr>
          <p:cNvPr id="4" name="Text 2"/>
          <p:cNvSpPr/>
          <p:nvPr/>
        </p:nvSpPr>
        <p:spPr>
          <a:xfrm>
            <a:off x="457200" y="822960"/>
            <a:ext cx="8229600" cy="594360"/>
          </a:xfrm>
          <a:prstGeom prst="rect">
            <a:avLst/>
          </a:prstGeom>
          <a:noFill/>
          <a:ln/>
        </p:spPr>
        <p:txBody>
          <a:bodyPr wrap="square" lIns="0" tIns="0" rIns="0" bIns="0" rtlCol="0" anchor="ctr"/>
          <a:lstStyle/>
          <a:p>
            <a:pPr algn="ctr" indent="0" marL="0">
              <a:buNone/>
            </a:pPr>
            <a:r>
              <a:rPr lang="en-US" sz="3600" dirty="0">
                <a:solidFill>
                  <a:srgbClr val="5C1A1B"/>
                </a:solidFill>
                <a:latin typeface="Cormorant Garamond" pitchFamily="34" charset="0"/>
                <a:ea typeface="Cormorant Garamond" pitchFamily="34" charset="-122"/>
                <a:cs typeface="Cormorant Garamond" pitchFamily="34" charset="-120"/>
              </a:rPr>
              <a:t>Cristo, el corazón de la fe</a:t>
            </a:r>
            <a:endParaRPr lang="en-US" sz="3600" dirty="0"/>
          </a:p>
        </p:txBody>
      </p:sp>
      <p:sp>
        <p:nvSpPr>
          <p:cNvPr id="5" name="Shape 3"/>
          <p:cNvSpPr/>
          <p:nvPr/>
        </p:nvSpPr>
        <p:spPr>
          <a:xfrm>
            <a:off x="3886200" y="1508760"/>
            <a:ext cx="1371600" cy="0"/>
          </a:xfrm>
          <a:prstGeom prst="line">
            <a:avLst/>
          </a:prstGeom>
          <a:noFill/>
          <a:ln w="9525">
            <a:solidFill>
              <a:srgbClr val="B5A285"/>
            </a:solidFill>
            <a:prstDash val="solid"/>
          </a:ln>
        </p:spPr>
      </p:sp>
      <p:sp>
        <p:nvSpPr>
          <p:cNvPr id="6" name="Text 4"/>
          <p:cNvSpPr/>
          <p:nvPr/>
        </p:nvSpPr>
        <p:spPr>
          <a:xfrm>
            <a:off x="731520" y="1783080"/>
            <a:ext cx="7680960" cy="1417320"/>
          </a:xfrm>
          <a:prstGeom prst="rect">
            <a:avLst/>
          </a:prstGeom>
          <a:noFill/>
          <a:ln/>
        </p:spPr>
        <p:txBody>
          <a:bodyPr wrap="square" lIns="0" tIns="0" rIns="0" bIns="0" rtlCol="0" anchor="ctr"/>
          <a:lstStyle/>
          <a:p>
            <a:pPr algn="ctr" indent="0" marL="0">
              <a:buNone/>
            </a:pPr>
            <a:r>
              <a:rPr lang="en-US" sz="1600" i="1" dirty="0">
                <a:solidFill>
                  <a:srgbClr val="5C1A1B"/>
                </a:solidFill>
                <a:latin typeface="EB Garamond" pitchFamily="34" charset="0"/>
                <a:ea typeface="EB Garamond" pitchFamily="34" charset="-122"/>
                <a:cs typeface="EB Garamond" pitchFamily="34" charset="-120"/>
              </a:rPr>
              <a:t>«En el centro de la catequesis encontramos esencialmente una persona, la de Jesús de Nazaret, Unigénito del Padre [...]; que ha sufrido y ha muerto por nosotros y que ahora, resucitado, vive para siempre con nosotros.»</a:t>
            </a:r>
            <a:endParaRPr lang="en-US" sz="1600" dirty="0"/>
          </a:p>
        </p:txBody>
      </p:sp>
      <p:sp>
        <p:nvSpPr>
          <p:cNvPr id="7" name="Text 5"/>
          <p:cNvSpPr/>
          <p:nvPr/>
        </p:nvSpPr>
        <p:spPr>
          <a:xfrm>
            <a:off x="457200" y="3246120"/>
            <a:ext cx="8229600" cy="228600"/>
          </a:xfrm>
          <a:prstGeom prst="rect">
            <a:avLst/>
          </a:prstGeom>
          <a:noFill/>
          <a:ln/>
        </p:spPr>
        <p:txBody>
          <a:bodyPr wrap="square" lIns="0" tIns="0" rIns="0" bIns="0" rtlCol="0" anchor="ctr"/>
          <a:lstStyle/>
          <a:p>
            <a:pPr algn="ctr" indent="0" marL="0">
              <a:buNone/>
            </a:pPr>
            <a:r>
              <a:rPr lang="en-US" sz="900" spc="300" kern="0" dirty="0">
                <a:solidFill>
                  <a:srgbClr val="8A7560"/>
                </a:solidFill>
                <a:latin typeface="JetBrains Mono" pitchFamily="34" charset="0"/>
                <a:ea typeface="JetBrains Mono" pitchFamily="34" charset="-122"/>
                <a:cs typeface="JetBrains Mono" pitchFamily="34" charset="-120"/>
              </a:rPr>
              <a:t>Juan Pablo II · Catechesi Tradendae 5</a:t>
            </a:r>
            <a:endParaRPr lang="en-US" sz="900" dirty="0"/>
          </a:p>
        </p:txBody>
      </p:sp>
      <p:sp>
        <p:nvSpPr>
          <p:cNvPr id="8" name="Text 6"/>
          <p:cNvSpPr/>
          <p:nvPr/>
        </p:nvSpPr>
        <p:spPr>
          <a:xfrm>
            <a:off x="731520" y="3657600"/>
            <a:ext cx="411480" cy="320040"/>
          </a:xfrm>
          <a:prstGeom prst="rect">
            <a:avLst/>
          </a:prstGeom>
          <a:noFill/>
          <a:ln/>
        </p:spPr>
        <p:txBody>
          <a:bodyPr wrap="square" lIns="0" tIns="0" rIns="0" bIns="0" rtlCol="0" anchor="ctr"/>
          <a:lstStyle/>
          <a:p>
            <a:pPr algn="l" indent="0" marL="0">
              <a:buNone/>
            </a:pPr>
            <a:r>
              <a:rPr lang="en-US" sz="1100" dirty="0">
                <a:solidFill>
                  <a:srgbClr val="A8915C"/>
                </a:solidFill>
                <a:latin typeface="JetBrains Mono" pitchFamily="34" charset="0"/>
                <a:ea typeface="JetBrains Mono" pitchFamily="34" charset="-122"/>
                <a:cs typeface="JetBrains Mono" pitchFamily="34" charset="-120"/>
              </a:rPr>
              <a:t>I.</a:t>
            </a:r>
            <a:endParaRPr lang="en-US" sz="1100" dirty="0"/>
          </a:p>
        </p:txBody>
      </p:sp>
      <p:sp>
        <p:nvSpPr>
          <p:cNvPr id="9" name="Text 7"/>
          <p:cNvSpPr/>
          <p:nvPr/>
        </p:nvSpPr>
        <p:spPr>
          <a:xfrm>
            <a:off x="1188720" y="3657600"/>
            <a:ext cx="7406640" cy="320040"/>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Anunciar a Jesucristo: «No podemos dejar de hablar de lo que hemos visto y oído» (Hch 4, 20).</a:t>
            </a:r>
            <a:endParaRPr lang="en-US" sz="1200" dirty="0"/>
          </a:p>
        </p:txBody>
      </p:sp>
      <p:sp>
        <p:nvSpPr>
          <p:cNvPr id="10" name="Text 8"/>
          <p:cNvSpPr/>
          <p:nvPr/>
        </p:nvSpPr>
        <p:spPr>
          <a:xfrm>
            <a:off x="731520" y="4023360"/>
            <a:ext cx="411480" cy="320040"/>
          </a:xfrm>
          <a:prstGeom prst="rect">
            <a:avLst/>
          </a:prstGeom>
          <a:noFill/>
          <a:ln/>
        </p:spPr>
        <p:txBody>
          <a:bodyPr wrap="square" lIns="0" tIns="0" rIns="0" bIns="0" rtlCol="0" anchor="ctr"/>
          <a:lstStyle/>
          <a:p>
            <a:pPr algn="l" indent="0" marL="0">
              <a:buNone/>
            </a:pPr>
            <a:r>
              <a:rPr lang="en-US" sz="1100" dirty="0">
                <a:solidFill>
                  <a:srgbClr val="A8915C"/>
                </a:solidFill>
                <a:latin typeface="JetBrains Mono" pitchFamily="34" charset="0"/>
                <a:ea typeface="JetBrains Mono" pitchFamily="34" charset="-122"/>
                <a:cs typeface="JetBrains Mono" pitchFamily="34" charset="-120"/>
              </a:rPr>
              <a:t>II.</a:t>
            </a:r>
            <a:endParaRPr lang="en-US" sz="1100" dirty="0"/>
          </a:p>
        </p:txBody>
      </p:sp>
      <p:sp>
        <p:nvSpPr>
          <p:cNvPr id="11" name="Text 9"/>
          <p:cNvSpPr/>
          <p:nvPr/>
        </p:nvSpPr>
        <p:spPr>
          <a:xfrm>
            <a:off x="1188720" y="4023360"/>
            <a:ext cx="7406640" cy="320040"/>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Enseñar a Cristo: «Lo que se enseña es a Cristo, el Verbo encarnado e Hijo de Dios, y todo lo demás en referencia a Él».</a:t>
            </a:r>
            <a:endParaRPr lang="en-US" sz="1200" dirty="0"/>
          </a:p>
        </p:txBody>
      </p:sp>
      <p:sp>
        <p:nvSpPr>
          <p:cNvPr id="12" name="Text 10"/>
          <p:cNvSpPr/>
          <p:nvPr/>
        </p:nvSpPr>
        <p:spPr>
          <a:xfrm>
            <a:off x="731520" y="4389120"/>
            <a:ext cx="411480" cy="320040"/>
          </a:xfrm>
          <a:prstGeom prst="rect">
            <a:avLst/>
          </a:prstGeom>
          <a:noFill/>
          <a:ln/>
        </p:spPr>
        <p:txBody>
          <a:bodyPr wrap="square" lIns="0" tIns="0" rIns="0" bIns="0" rtlCol="0" anchor="ctr"/>
          <a:lstStyle/>
          <a:p>
            <a:pPr algn="l" indent="0" marL="0">
              <a:buNone/>
            </a:pPr>
            <a:r>
              <a:rPr lang="en-US" sz="1100" dirty="0">
                <a:solidFill>
                  <a:srgbClr val="A8915C"/>
                </a:solidFill>
                <a:latin typeface="JetBrains Mono" pitchFamily="34" charset="0"/>
                <a:ea typeface="JetBrains Mono" pitchFamily="34" charset="-122"/>
                <a:cs typeface="JetBrains Mono" pitchFamily="34" charset="-120"/>
              </a:rPr>
              <a:t>III.</a:t>
            </a:r>
            <a:endParaRPr lang="en-US" sz="1100" dirty="0"/>
          </a:p>
        </p:txBody>
      </p:sp>
      <p:sp>
        <p:nvSpPr>
          <p:cNvPr id="13" name="Text 11"/>
          <p:cNvSpPr/>
          <p:nvPr/>
        </p:nvSpPr>
        <p:spPr>
          <a:xfrm>
            <a:off x="1188720" y="4389120"/>
            <a:ext cx="7406640" cy="320040"/>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Conocerle a Él: «Aceptar perder todas las cosas para ganar a Cristo» (Flp 3, 8).</a:t>
            </a:r>
            <a:endParaRPr lang="en-US" sz="1200" dirty="0"/>
          </a:p>
        </p:txBody>
      </p:sp>
      <p:sp>
        <p:nvSpPr>
          <p:cNvPr id="14" name="Text 12"/>
          <p:cNvSpPr/>
          <p:nvPr/>
        </p:nvSpPr>
        <p:spPr>
          <a:xfrm>
            <a:off x="457200" y="4663440"/>
            <a:ext cx="8229600" cy="228600"/>
          </a:xfrm>
          <a:prstGeom prst="rect">
            <a:avLst/>
          </a:prstGeom>
          <a:noFill/>
          <a:ln/>
        </p:spPr>
        <p:txBody>
          <a:bodyPr wrap="square" lIns="0" tIns="0" rIns="0" bIns="0" rtlCol="0" anchor="ctr"/>
          <a:lstStyle/>
          <a:p>
            <a:pPr algn="ctr" indent="0" marL="0">
              <a:buNone/>
            </a:pPr>
            <a:r>
              <a:rPr lang="en-US" sz="1000" spc="400" kern="0" dirty="0">
                <a:solidFill>
                  <a:srgbClr val="8A7560"/>
                </a:solidFill>
                <a:latin typeface="JetBrains Mono" pitchFamily="34" charset="0"/>
                <a:ea typeface="JetBrains Mono" pitchFamily="34" charset="-122"/>
                <a:cs typeface="JetBrains Mono" pitchFamily="34" charset="-120"/>
              </a:rPr>
              <a:t>CEC 425-429</a:t>
            </a:r>
            <a:endParaRPr lang="en-US" sz="1000" dirty="0"/>
          </a:p>
        </p:txBody>
      </p:sp>
      <p:sp>
        <p:nvSpPr>
          <p:cNvPr id="15" name="Text 13"/>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04 / 30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777240"/>
            <a:ext cx="8229600" cy="365760"/>
          </a:xfrm>
          <a:prstGeom prst="rect">
            <a:avLst/>
          </a:prstGeom>
          <a:noFill/>
          <a:ln/>
        </p:spPr>
        <p:txBody>
          <a:bodyPr wrap="square" lIns="0" tIns="0" rIns="0" bIns="0" rtlCol="0" anchor="ctr"/>
          <a:lstStyle/>
          <a:p>
            <a:pPr algn="ctr" indent="0" marL="0">
              <a:buNone/>
            </a:pPr>
            <a:r>
              <a:rPr lang="en-US" sz="1200" spc="400" kern="0" dirty="0">
                <a:solidFill>
                  <a:srgbClr val="8A7560"/>
                </a:solidFill>
                <a:latin typeface="JetBrains Mono" pitchFamily="34" charset="0"/>
                <a:ea typeface="JetBrains Mono" pitchFamily="34" charset="-122"/>
                <a:cs typeface="JetBrains Mono" pitchFamily="34" charset="-120"/>
              </a:rPr>
              <a:t>Juan 1, 14</a:t>
            </a:r>
            <a:endParaRPr lang="en-US" sz="1200" dirty="0"/>
          </a:p>
        </p:txBody>
      </p:sp>
      <p:sp>
        <p:nvSpPr>
          <p:cNvPr id="4" name="Shape 2"/>
          <p:cNvSpPr/>
          <p:nvPr/>
        </p:nvSpPr>
        <p:spPr>
          <a:xfrm>
            <a:off x="4567428" y="1234440"/>
            <a:ext cx="9144" cy="365760"/>
          </a:xfrm>
          <a:prstGeom prst="line">
            <a:avLst/>
          </a:prstGeom>
          <a:noFill/>
          <a:ln w="15240">
            <a:solidFill>
              <a:srgbClr val="A8915C"/>
            </a:solidFill>
            <a:prstDash val="solid"/>
          </a:ln>
        </p:spPr>
      </p:sp>
      <p:sp>
        <p:nvSpPr>
          <p:cNvPr id="5" name="Shape 3"/>
          <p:cNvSpPr/>
          <p:nvPr/>
        </p:nvSpPr>
        <p:spPr>
          <a:xfrm>
            <a:off x="4431323" y="1412748"/>
            <a:ext cx="281354" cy="9144"/>
          </a:xfrm>
          <a:prstGeom prst="line">
            <a:avLst/>
          </a:prstGeom>
          <a:noFill/>
          <a:ln w="15240">
            <a:solidFill>
              <a:srgbClr val="A8915C"/>
            </a:solidFill>
            <a:prstDash val="solid"/>
          </a:ln>
        </p:spPr>
      </p:sp>
      <p:sp>
        <p:nvSpPr>
          <p:cNvPr id="6" name="Text 4"/>
          <p:cNvSpPr/>
          <p:nvPr/>
        </p:nvSpPr>
        <p:spPr>
          <a:xfrm>
            <a:off x="731520" y="1874520"/>
            <a:ext cx="7680960" cy="1645920"/>
          </a:xfrm>
          <a:prstGeom prst="rect">
            <a:avLst/>
          </a:prstGeom>
          <a:noFill/>
          <a:ln/>
        </p:spPr>
        <p:txBody>
          <a:bodyPr wrap="square" lIns="0" tIns="0" rIns="0" bIns="0" rtlCol="0" anchor="ctr"/>
          <a:lstStyle/>
          <a:p>
            <a:pPr algn="ctr" indent="0" marL="0">
              <a:buNone/>
            </a:pPr>
            <a:r>
              <a:rPr lang="en-US" sz="2800" i="1" dirty="0">
                <a:solidFill>
                  <a:srgbClr val="5C1A1B"/>
                </a:solidFill>
                <a:latin typeface="Cormorant Garamond" pitchFamily="34" charset="0"/>
                <a:ea typeface="Cormorant Garamond" pitchFamily="34" charset="-122"/>
                <a:cs typeface="Cormorant Garamond" pitchFamily="34" charset="-120"/>
              </a:rPr>
              <a:t>«Y la Palabra se hizo carne, y puso su morada entre nosotros, y hemos visto su gloria, gloria que recibe del Padre como Hijo único, lleno de gracia y de verdad.»</a:t>
            </a:r>
            <a:endParaRPr lang="en-US" sz="2800" dirty="0"/>
          </a:p>
        </p:txBody>
      </p:sp>
      <p:sp>
        <p:nvSpPr>
          <p:cNvPr id="7" name="Text 5"/>
          <p:cNvSpPr/>
          <p:nvPr/>
        </p:nvSpPr>
        <p:spPr>
          <a:xfrm>
            <a:off x="1097280" y="3657600"/>
            <a:ext cx="6949440" cy="365760"/>
          </a:xfrm>
          <a:prstGeom prst="rect">
            <a:avLst/>
          </a:prstGeom>
          <a:noFill/>
          <a:ln/>
        </p:spPr>
        <p:txBody>
          <a:bodyPr wrap="square" lIns="0" tIns="0" rIns="0" bIns="0" rtlCol="0" anchor="ctr"/>
          <a:lstStyle/>
          <a:p>
            <a:pPr algn="ctr" indent="0" marL="0">
              <a:buNone/>
            </a:pPr>
            <a:r>
              <a:rPr lang="en-US" sz="1400" i="1" dirty="0">
                <a:solidFill>
                  <a:srgbClr val="8A7560"/>
                </a:solidFill>
                <a:latin typeface="EB Garamond" pitchFamily="34" charset="0"/>
                <a:ea typeface="EB Garamond" pitchFamily="34" charset="-122"/>
                <a:cs typeface="EB Garamond" pitchFamily="34" charset="-120"/>
              </a:rPr>
              <a:t>Esta es la Buena Nueva de Jesucristo, Hijo de Dios (Mc 1, 1).</a:t>
            </a:r>
            <a:endParaRPr lang="en-US" sz="1400" dirty="0"/>
          </a:p>
        </p:txBody>
      </p:sp>
      <p:sp>
        <p:nvSpPr>
          <p:cNvPr id="8" name="Text 6"/>
          <p:cNvSpPr/>
          <p:nvPr/>
        </p:nvSpPr>
        <p:spPr>
          <a:xfrm>
            <a:off x="457200" y="4251960"/>
            <a:ext cx="8229600" cy="274320"/>
          </a:xfrm>
          <a:prstGeom prst="rect">
            <a:avLst/>
          </a:prstGeom>
          <a:noFill/>
          <a:ln/>
        </p:spPr>
        <p:txBody>
          <a:bodyPr wrap="square" lIns="0" tIns="0" rIns="0" bIns="0" rtlCol="0" anchor="ctr"/>
          <a:lstStyle/>
          <a:p>
            <a:pPr algn="ctr" indent="0" marL="0">
              <a:buNone/>
            </a:pPr>
            <a:r>
              <a:rPr lang="en-US" sz="1000" spc="300" kern="0" dirty="0">
                <a:solidFill>
                  <a:srgbClr val="8A7560"/>
                </a:solidFill>
                <a:latin typeface="JetBrains Mono" pitchFamily="34" charset="0"/>
                <a:ea typeface="JetBrains Mono" pitchFamily="34" charset="-122"/>
                <a:cs typeface="JetBrains Mono" pitchFamily="34" charset="-120"/>
              </a:rPr>
              <a:t>CEC 423, 463 · YOUCAT 74</a:t>
            </a:r>
            <a:endParaRPr lang="en-US" sz="1000" dirty="0"/>
          </a:p>
        </p:txBody>
      </p:sp>
      <p:sp>
        <p:nvSpPr>
          <p:cNvPr id="9" name="Text 7"/>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05 / 30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502920"/>
            <a:ext cx="8229600" cy="274320"/>
          </a:xfrm>
          <a:prstGeom prst="rect">
            <a:avLst/>
          </a:prstGeom>
          <a:noFill/>
          <a:ln/>
        </p:spPr>
        <p:txBody>
          <a:bodyPr wrap="square" lIns="0" tIns="0" rIns="0" bIns="0" rtlCol="0" anchor="ctr"/>
          <a:lstStyle/>
          <a:p>
            <a:pPr algn="ctr" indent="0" marL="0">
              <a:buNone/>
            </a:pPr>
            <a:r>
              <a:rPr lang="en-US" sz="900" spc="500" kern="0" dirty="0">
                <a:solidFill>
                  <a:srgbClr val="8A7560"/>
                </a:solidFill>
                <a:latin typeface="JetBrains Mono" pitchFamily="34" charset="0"/>
                <a:ea typeface="JetBrains Mono" pitchFamily="34" charset="-122"/>
                <a:cs typeface="JetBrains Mono" pitchFamily="34" charset="-120"/>
              </a:rPr>
              <a:t>EL NOMBRE QUE LO ES TODO</a:t>
            </a:r>
            <a:endParaRPr lang="en-US" sz="900" dirty="0"/>
          </a:p>
        </p:txBody>
      </p:sp>
      <p:sp>
        <p:nvSpPr>
          <p:cNvPr id="4" name="Text 2"/>
          <p:cNvSpPr/>
          <p:nvPr/>
        </p:nvSpPr>
        <p:spPr>
          <a:xfrm>
            <a:off x="457200" y="868680"/>
            <a:ext cx="8229600" cy="868680"/>
          </a:xfrm>
          <a:prstGeom prst="rect">
            <a:avLst/>
          </a:prstGeom>
          <a:noFill/>
          <a:ln/>
        </p:spPr>
        <p:txBody>
          <a:bodyPr wrap="square" lIns="0" tIns="0" rIns="0" bIns="0" rtlCol="0" anchor="ctr"/>
          <a:lstStyle/>
          <a:p>
            <a:pPr algn="ctr" indent="0" marL="0">
              <a:buNone/>
            </a:pPr>
            <a:r>
              <a:rPr lang="en-US" sz="6000" spc="-50" kern="0" dirty="0">
                <a:solidFill>
                  <a:srgbClr val="5C1A1B"/>
                </a:solidFill>
                <a:latin typeface="Cormorant Garamond" pitchFamily="34" charset="0"/>
                <a:ea typeface="Cormorant Garamond" pitchFamily="34" charset="-122"/>
                <a:cs typeface="Cormorant Garamond" pitchFamily="34" charset="-120"/>
              </a:rPr>
              <a:t>Jesús</a:t>
            </a:r>
            <a:endParaRPr lang="en-US" sz="6000" dirty="0"/>
          </a:p>
        </p:txBody>
      </p:sp>
      <p:sp>
        <p:nvSpPr>
          <p:cNvPr id="5" name="Text 3"/>
          <p:cNvSpPr/>
          <p:nvPr/>
        </p:nvSpPr>
        <p:spPr>
          <a:xfrm>
            <a:off x="457200" y="1783080"/>
            <a:ext cx="8229600" cy="411480"/>
          </a:xfrm>
          <a:prstGeom prst="rect">
            <a:avLst/>
          </a:prstGeom>
          <a:noFill/>
          <a:ln/>
        </p:spPr>
        <p:txBody>
          <a:bodyPr wrap="square" lIns="0" tIns="0" rIns="0" bIns="0" rtlCol="0" anchor="ctr"/>
          <a:lstStyle/>
          <a:p>
            <a:pPr algn="ctr" indent="0" marL="0">
              <a:buNone/>
            </a:pPr>
            <a:r>
              <a:rPr lang="en-US" sz="2200" i="1" dirty="0">
                <a:solidFill>
                  <a:srgbClr val="73201D"/>
                </a:solidFill>
                <a:latin typeface="Cormorant Garamond" pitchFamily="34" charset="0"/>
                <a:ea typeface="Cormorant Garamond" pitchFamily="34" charset="-122"/>
                <a:cs typeface="Cormorant Garamond" pitchFamily="34" charset="-120"/>
              </a:rPr>
              <a:t>«Dios salva»</a:t>
            </a:r>
            <a:endParaRPr lang="en-US" sz="2200" dirty="0"/>
          </a:p>
        </p:txBody>
      </p:sp>
      <p:sp>
        <p:nvSpPr>
          <p:cNvPr id="6" name="Shape 4"/>
          <p:cNvSpPr/>
          <p:nvPr/>
        </p:nvSpPr>
        <p:spPr>
          <a:xfrm>
            <a:off x="4023360" y="2331720"/>
            <a:ext cx="1097280" cy="0"/>
          </a:xfrm>
          <a:prstGeom prst="line">
            <a:avLst/>
          </a:prstGeom>
          <a:noFill/>
          <a:ln w="9525">
            <a:solidFill>
              <a:srgbClr val="B5A285"/>
            </a:solidFill>
            <a:prstDash val="solid"/>
          </a:ln>
        </p:spPr>
      </p:sp>
      <p:sp>
        <p:nvSpPr>
          <p:cNvPr id="7" name="Text 5"/>
          <p:cNvSpPr/>
          <p:nvPr/>
        </p:nvSpPr>
        <p:spPr>
          <a:xfrm>
            <a:off x="822960" y="2560320"/>
            <a:ext cx="7498080" cy="868680"/>
          </a:xfrm>
          <a:prstGeom prst="rect">
            <a:avLst/>
          </a:prstGeom>
          <a:noFill/>
          <a:ln/>
        </p:spPr>
        <p:txBody>
          <a:bodyPr wrap="square" lIns="0" tIns="0" rIns="0" bIns="0" rtlCol="0" anchor="ctr"/>
          <a:lstStyle/>
          <a:p>
            <a:pPr algn="ctr" indent="0" marL="0">
              <a:buNone/>
            </a:pPr>
            <a:r>
              <a:rPr lang="en-US" sz="1400" dirty="0">
                <a:solidFill>
                  <a:srgbClr val="5C1A1B"/>
                </a:solidFill>
                <a:latin typeface="EB Garamond" pitchFamily="34" charset="0"/>
                <a:ea typeface="EB Garamond" pitchFamily="34" charset="-122"/>
                <a:cs typeface="EB Garamond" pitchFamily="34" charset="-120"/>
              </a:rPr>
              <a:t>En hebreo: Yéhoshúa. En el momento de la Anunciación, el ángel Gabriel le dio como nombre propio el nombre de Jesús, que expresa a la vez su identidad y su misión.</a:t>
            </a:r>
            <a:endParaRPr lang="en-US" sz="1400" dirty="0"/>
          </a:p>
        </p:txBody>
      </p:sp>
      <p:sp>
        <p:nvSpPr>
          <p:cNvPr id="8" name="Text 6"/>
          <p:cNvSpPr/>
          <p:nvPr/>
        </p:nvSpPr>
        <p:spPr>
          <a:xfrm>
            <a:off x="594360" y="3520440"/>
            <a:ext cx="365760" cy="320040"/>
          </a:xfrm>
          <a:prstGeom prst="rect">
            <a:avLst/>
          </a:prstGeom>
          <a:noFill/>
          <a:ln/>
        </p:spPr>
        <p:txBody>
          <a:bodyPr wrap="square" lIns="0" tIns="0" rIns="0" bIns="0" rtlCol="0" anchor="ctr"/>
          <a:lstStyle/>
          <a:p>
            <a:pPr algn="l" indent="0" marL="0">
              <a:buNone/>
            </a:pPr>
            <a:r>
              <a:rPr lang="en-US" sz="1100" dirty="0">
                <a:solidFill>
                  <a:srgbClr val="A8915C"/>
                </a:solidFill>
                <a:latin typeface="JetBrains Mono" pitchFamily="34" charset="0"/>
                <a:ea typeface="JetBrains Mono" pitchFamily="34" charset="-122"/>
                <a:cs typeface="JetBrains Mono" pitchFamily="34" charset="-120"/>
              </a:rPr>
              <a:t>I.</a:t>
            </a:r>
            <a:endParaRPr lang="en-US" sz="1100" dirty="0"/>
          </a:p>
        </p:txBody>
      </p:sp>
      <p:sp>
        <p:nvSpPr>
          <p:cNvPr id="9" name="Text 7"/>
          <p:cNvSpPr/>
          <p:nvPr/>
        </p:nvSpPr>
        <p:spPr>
          <a:xfrm>
            <a:off x="1005840" y="3520440"/>
            <a:ext cx="7589520" cy="320040"/>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«Porque él salvará a su pueblo de sus pecados» (Mt 1, 21).</a:t>
            </a:r>
            <a:endParaRPr lang="en-US" sz="1200" dirty="0"/>
          </a:p>
        </p:txBody>
      </p:sp>
      <p:sp>
        <p:nvSpPr>
          <p:cNvPr id="10" name="Text 8"/>
          <p:cNvSpPr/>
          <p:nvPr/>
        </p:nvSpPr>
        <p:spPr>
          <a:xfrm>
            <a:off x="594360" y="3886200"/>
            <a:ext cx="365760" cy="320040"/>
          </a:xfrm>
          <a:prstGeom prst="rect">
            <a:avLst/>
          </a:prstGeom>
          <a:noFill/>
          <a:ln/>
        </p:spPr>
        <p:txBody>
          <a:bodyPr wrap="square" lIns="0" tIns="0" rIns="0" bIns="0" rtlCol="0" anchor="ctr"/>
          <a:lstStyle/>
          <a:p>
            <a:pPr algn="l" indent="0" marL="0">
              <a:buNone/>
            </a:pPr>
            <a:r>
              <a:rPr lang="en-US" sz="1100" dirty="0">
                <a:solidFill>
                  <a:srgbClr val="A8915C"/>
                </a:solidFill>
                <a:latin typeface="JetBrains Mono" pitchFamily="34" charset="0"/>
                <a:ea typeface="JetBrains Mono" pitchFamily="34" charset="-122"/>
                <a:cs typeface="JetBrains Mono" pitchFamily="34" charset="-120"/>
              </a:rPr>
              <a:t>II.</a:t>
            </a:r>
            <a:endParaRPr lang="en-US" sz="1100" dirty="0"/>
          </a:p>
        </p:txBody>
      </p:sp>
      <p:sp>
        <p:nvSpPr>
          <p:cNvPr id="11" name="Text 9"/>
          <p:cNvSpPr/>
          <p:nvPr/>
        </p:nvSpPr>
        <p:spPr>
          <a:xfrm>
            <a:off x="1005840" y="3886200"/>
            <a:ext cx="7589520" cy="320040"/>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«No hay bajo el cielo otro nombre dado a los hombres por el que nosotros debamos salvarnos» (Hch 4, 12).</a:t>
            </a:r>
            <a:endParaRPr lang="en-US" sz="1200" dirty="0"/>
          </a:p>
        </p:txBody>
      </p:sp>
      <p:sp>
        <p:nvSpPr>
          <p:cNvPr id="12" name="Text 10"/>
          <p:cNvSpPr/>
          <p:nvPr/>
        </p:nvSpPr>
        <p:spPr>
          <a:xfrm>
            <a:off x="594360" y="4251960"/>
            <a:ext cx="365760" cy="320040"/>
          </a:xfrm>
          <a:prstGeom prst="rect">
            <a:avLst/>
          </a:prstGeom>
          <a:noFill/>
          <a:ln/>
        </p:spPr>
        <p:txBody>
          <a:bodyPr wrap="square" lIns="0" tIns="0" rIns="0" bIns="0" rtlCol="0" anchor="ctr"/>
          <a:lstStyle/>
          <a:p>
            <a:pPr algn="l" indent="0" marL="0">
              <a:buNone/>
            </a:pPr>
            <a:r>
              <a:rPr lang="en-US" sz="1100" dirty="0">
                <a:solidFill>
                  <a:srgbClr val="A8915C"/>
                </a:solidFill>
                <a:latin typeface="JetBrains Mono" pitchFamily="34" charset="0"/>
                <a:ea typeface="JetBrains Mono" pitchFamily="34" charset="-122"/>
                <a:cs typeface="JetBrains Mono" pitchFamily="34" charset="-120"/>
              </a:rPr>
              <a:t>III.</a:t>
            </a:r>
            <a:endParaRPr lang="en-US" sz="1100" dirty="0"/>
          </a:p>
        </p:txBody>
      </p:sp>
      <p:sp>
        <p:nvSpPr>
          <p:cNvPr id="13" name="Text 11"/>
          <p:cNvSpPr/>
          <p:nvPr/>
        </p:nvSpPr>
        <p:spPr>
          <a:xfrm>
            <a:off x="1005840" y="4251960"/>
            <a:ext cx="7589520" cy="320040"/>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El Nombre de Jesús está en el corazón de la plegaria cristiana: «Señor Jesucristo, Hijo de Dios, ten piedad de mí pecador».</a:t>
            </a:r>
            <a:endParaRPr lang="en-US" sz="1200" dirty="0"/>
          </a:p>
        </p:txBody>
      </p:sp>
      <p:sp>
        <p:nvSpPr>
          <p:cNvPr id="14" name="Text 12"/>
          <p:cNvSpPr/>
          <p:nvPr/>
        </p:nvSpPr>
        <p:spPr>
          <a:xfrm>
            <a:off x="457200" y="4663440"/>
            <a:ext cx="8229600" cy="228600"/>
          </a:xfrm>
          <a:prstGeom prst="rect">
            <a:avLst/>
          </a:prstGeom>
          <a:noFill/>
          <a:ln/>
        </p:spPr>
        <p:txBody>
          <a:bodyPr wrap="square" lIns="0" tIns="0" rIns="0" bIns="0" rtlCol="0" anchor="ctr"/>
          <a:lstStyle/>
          <a:p>
            <a:pPr algn="ctr" indent="0" marL="0">
              <a:buNone/>
            </a:pPr>
            <a:r>
              <a:rPr lang="en-US" sz="1000" spc="400" kern="0" dirty="0">
                <a:solidFill>
                  <a:srgbClr val="8A7560"/>
                </a:solidFill>
                <a:latin typeface="JetBrains Mono" pitchFamily="34" charset="0"/>
                <a:ea typeface="JetBrains Mono" pitchFamily="34" charset="-122"/>
                <a:cs typeface="JetBrains Mono" pitchFamily="34" charset="-120"/>
              </a:rPr>
              <a:t>CEC 430-435 · YOUCAT 72</a:t>
            </a:r>
            <a:endParaRPr lang="en-US" sz="1000" dirty="0"/>
          </a:p>
        </p:txBody>
      </p:sp>
      <p:sp>
        <p:nvSpPr>
          <p:cNvPr id="15" name="Text 13"/>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06 / 30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502920"/>
            <a:ext cx="8229600" cy="274320"/>
          </a:xfrm>
          <a:prstGeom prst="rect">
            <a:avLst/>
          </a:prstGeom>
          <a:noFill/>
          <a:ln/>
        </p:spPr>
        <p:txBody>
          <a:bodyPr wrap="square" lIns="0" tIns="0" rIns="0" bIns="0" rtlCol="0" anchor="ctr"/>
          <a:lstStyle/>
          <a:p>
            <a:pPr algn="ctr" indent="0" marL="0">
              <a:buNone/>
            </a:pPr>
            <a:r>
              <a:rPr lang="en-US" sz="900" spc="500" kern="0" dirty="0">
                <a:solidFill>
                  <a:srgbClr val="8A7560"/>
                </a:solidFill>
                <a:latin typeface="JetBrains Mono" pitchFamily="34" charset="0"/>
                <a:ea typeface="JetBrains Mono" pitchFamily="34" charset="-122"/>
                <a:cs typeface="JetBrains Mono" pitchFamily="34" charset="-120"/>
              </a:rPr>
              <a:t>EL NOMBRE DE LA UNCIÓN</a:t>
            </a:r>
            <a:endParaRPr lang="en-US" sz="900" dirty="0"/>
          </a:p>
        </p:txBody>
      </p:sp>
      <p:sp>
        <p:nvSpPr>
          <p:cNvPr id="4" name="Text 2"/>
          <p:cNvSpPr/>
          <p:nvPr/>
        </p:nvSpPr>
        <p:spPr>
          <a:xfrm>
            <a:off x="457200" y="868680"/>
            <a:ext cx="8229600" cy="868680"/>
          </a:xfrm>
          <a:prstGeom prst="rect">
            <a:avLst/>
          </a:prstGeom>
          <a:noFill/>
          <a:ln/>
        </p:spPr>
        <p:txBody>
          <a:bodyPr wrap="square" lIns="0" tIns="0" rIns="0" bIns="0" rtlCol="0" anchor="ctr"/>
          <a:lstStyle/>
          <a:p>
            <a:pPr algn="ctr" indent="0" marL="0">
              <a:buNone/>
            </a:pPr>
            <a:r>
              <a:rPr lang="en-US" sz="6000" spc="-50" kern="0" dirty="0">
                <a:solidFill>
                  <a:srgbClr val="5C1A1B"/>
                </a:solidFill>
                <a:latin typeface="Cormorant Garamond" pitchFamily="34" charset="0"/>
                <a:ea typeface="Cormorant Garamond" pitchFamily="34" charset="-122"/>
                <a:cs typeface="Cormorant Garamond" pitchFamily="34" charset="-120"/>
              </a:rPr>
              <a:t>Cristo</a:t>
            </a:r>
            <a:endParaRPr lang="en-US" sz="6000" dirty="0"/>
          </a:p>
        </p:txBody>
      </p:sp>
      <p:sp>
        <p:nvSpPr>
          <p:cNvPr id="5" name="Text 3"/>
          <p:cNvSpPr/>
          <p:nvPr/>
        </p:nvSpPr>
        <p:spPr>
          <a:xfrm>
            <a:off x="457200" y="1783080"/>
            <a:ext cx="8229600" cy="411480"/>
          </a:xfrm>
          <a:prstGeom prst="rect">
            <a:avLst/>
          </a:prstGeom>
          <a:noFill/>
          <a:ln/>
        </p:spPr>
        <p:txBody>
          <a:bodyPr wrap="square" lIns="0" tIns="0" rIns="0" bIns="0" rtlCol="0" anchor="ctr"/>
          <a:lstStyle/>
          <a:p>
            <a:pPr algn="ctr" indent="0" marL="0">
              <a:buNone/>
            </a:pPr>
            <a:r>
              <a:rPr lang="en-US" sz="2200" i="1" dirty="0">
                <a:solidFill>
                  <a:srgbClr val="73201D"/>
                </a:solidFill>
                <a:latin typeface="Cormorant Garamond" pitchFamily="34" charset="0"/>
                <a:ea typeface="Cormorant Garamond" pitchFamily="34" charset="-122"/>
                <a:cs typeface="Cormorant Garamond" pitchFamily="34" charset="-120"/>
              </a:rPr>
              <a:t>«Ungido» · «Mesías»</a:t>
            </a:r>
            <a:endParaRPr lang="en-US" sz="2200" dirty="0"/>
          </a:p>
        </p:txBody>
      </p:sp>
      <p:sp>
        <p:nvSpPr>
          <p:cNvPr id="6" name="Shape 4"/>
          <p:cNvSpPr/>
          <p:nvPr/>
        </p:nvSpPr>
        <p:spPr>
          <a:xfrm>
            <a:off x="4023360" y="2331720"/>
            <a:ext cx="1097280" cy="0"/>
          </a:xfrm>
          <a:prstGeom prst="line">
            <a:avLst/>
          </a:prstGeom>
          <a:noFill/>
          <a:ln w="9525">
            <a:solidFill>
              <a:srgbClr val="B5A285"/>
            </a:solidFill>
            <a:prstDash val="solid"/>
          </a:ln>
        </p:spPr>
      </p:sp>
      <p:sp>
        <p:nvSpPr>
          <p:cNvPr id="7" name="Text 5"/>
          <p:cNvSpPr/>
          <p:nvPr/>
        </p:nvSpPr>
        <p:spPr>
          <a:xfrm>
            <a:off x="822960" y="2560320"/>
            <a:ext cx="7498080" cy="868680"/>
          </a:xfrm>
          <a:prstGeom prst="rect">
            <a:avLst/>
          </a:prstGeom>
          <a:noFill/>
          <a:ln/>
        </p:spPr>
        <p:txBody>
          <a:bodyPr wrap="square" lIns="0" tIns="0" rIns="0" bIns="0" rtlCol="0" anchor="ctr"/>
          <a:lstStyle/>
          <a:p>
            <a:pPr algn="ctr" indent="0" marL="0">
              <a:buNone/>
            </a:pPr>
            <a:r>
              <a:rPr lang="en-US" sz="1400" dirty="0">
                <a:solidFill>
                  <a:srgbClr val="5C1A1B"/>
                </a:solidFill>
                <a:latin typeface="EB Garamond" pitchFamily="34" charset="0"/>
                <a:ea typeface="EB Garamond" pitchFamily="34" charset="-122"/>
                <a:cs typeface="EB Garamond" pitchFamily="34" charset="-120"/>
              </a:rPr>
              <a:t>Cristo viene de la traducción griega del término hebreo Mashîaj, «ungido». Es nombre propio de Jesús porque Él cumple perfectamente la misión divina que esa palabra significa.</a:t>
            </a:r>
            <a:endParaRPr lang="en-US" sz="1400" dirty="0"/>
          </a:p>
        </p:txBody>
      </p:sp>
      <p:sp>
        <p:nvSpPr>
          <p:cNvPr id="8" name="Text 6"/>
          <p:cNvSpPr/>
          <p:nvPr/>
        </p:nvSpPr>
        <p:spPr>
          <a:xfrm>
            <a:off x="594360" y="3520440"/>
            <a:ext cx="2194560" cy="320040"/>
          </a:xfrm>
          <a:prstGeom prst="rect">
            <a:avLst/>
          </a:prstGeom>
          <a:noFill/>
          <a:ln/>
        </p:spPr>
        <p:txBody>
          <a:bodyPr wrap="square" lIns="0" tIns="0" rIns="0" bIns="0" rtlCol="0" anchor="ctr"/>
          <a:lstStyle/>
          <a:p>
            <a:pPr algn="l" indent="0" marL="0">
              <a:buNone/>
            </a:pPr>
            <a:r>
              <a:rPr lang="en-US" sz="1400" dirty="0">
                <a:solidFill>
                  <a:srgbClr val="A8915C"/>
                </a:solidFill>
                <a:latin typeface="Cormorant Garamond" pitchFamily="34" charset="0"/>
                <a:ea typeface="Cormorant Garamond" pitchFamily="34" charset="-122"/>
                <a:cs typeface="Cormorant Garamond" pitchFamily="34" charset="-120"/>
              </a:rPr>
              <a:t>Sacerdote</a:t>
            </a:r>
            <a:endParaRPr lang="en-US" sz="1400" dirty="0"/>
          </a:p>
        </p:txBody>
      </p:sp>
      <p:sp>
        <p:nvSpPr>
          <p:cNvPr id="9" name="Text 7"/>
          <p:cNvSpPr/>
          <p:nvPr/>
        </p:nvSpPr>
        <p:spPr>
          <a:xfrm>
            <a:off x="2834640" y="3520440"/>
            <a:ext cx="5760720" cy="320040"/>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ungido para ofrecer el sacrificio de la Alianza (Hb 4, 14).</a:t>
            </a:r>
            <a:endParaRPr lang="en-US" sz="1200" dirty="0"/>
          </a:p>
        </p:txBody>
      </p:sp>
      <p:sp>
        <p:nvSpPr>
          <p:cNvPr id="10" name="Text 8"/>
          <p:cNvSpPr/>
          <p:nvPr/>
        </p:nvSpPr>
        <p:spPr>
          <a:xfrm>
            <a:off x="594360" y="3886200"/>
            <a:ext cx="2194560" cy="320040"/>
          </a:xfrm>
          <a:prstGeom prst="rect">
            <a:avLst/>
          </a:prstGeom>
          <a:noFill/>
          <a:ln/>
        </p:spPr>
        <p:txBody>
          <a:bodyPr wrap="square" lIns="0" tIns="0" rIns="0" bIns="0" rtlCol="0" anchor="ctr"/>
          <a:lstStyle/>
          <a:p>
            <a:pPr algn="l" indent="0" marL="0">
              <a:buNone/>
            </a:pPr>
            <a:r>
              <a:rPr lang="en-US" sz="1400" dirty="0">
                <a:solidFill>
                  <a:srgbClr val="A8915C"/>
                </a:solidFill>
                <a:latin typeface="Cormorant Garamond" pitchFamily="34" charset="0"/>
                <a:ea typeface="Cormorant Garamond" pitchFamily="34" charset="-122"/>
                <a:cs typeface="Cormorant Garamond" pitchFamily="34" charset="-120"/>
              </a:rPr>
              <a:t>Profeta</a:t>
            </a:r>
            <a:endParaRPr lang="en-US" sz="1400" dirty="0"/>
          </a:p>
        </p:txBody>
      </p:sp>
      <p:sp>
        <p:nvSpPr>
          <p:cNvPr id="11" name="Text 9"/>
          <p:cNvSpPr/>
          <p:nvPr/>
        </p:nvSpPr>
        <p:spPr>
          <a:xfrm>
            <a:off x="2834640" y="3886200"/>
            <a:ext cx="5760720" cy="320040"/>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ungido para anunciar la Palabra del Señor (Mt 13, 57).</a:t>
            </a:r>
            <a:endParaRPr lang="en-US" sz="1200" dirty="0"/>
          </a:p>
        </p:txBody>
      </p:sp>
      <p:sp>
        <p:nvSpPr>
          <p:cNvPr id="12" name="Text 10"/>
          <p:cNvSpPr/>
          <p:nvPr/>
        </p:nvSpPr>
        <p:spPr>
          <a:xfrm>
            <a:off x="594360" y="4251960"/>
            <a:ext cx="2194560" cy="320040"/>
          </a:xfrm>
          <a:prstGeom prst="rect">
            <a:avLst/>
          </a:prstGeom>
          <a:noFill/>
          <a:ln/>
        </p:spPr>
        <p:txBody>
          <a:bodyPr wrap="square" lIns="0" tIns="0" rIns="0" bIns="0" rtlCol="0" anchor="ctr"/>
          <a:lstStyle/>
          <a:p>
            <a:pPr algn="l" indent="0" marL="0">
              <a:buNone/>
            </a:pPr>
            <a:r>
              <a:rPr lang="en-US" sz="1400" dirty="0">
                <a:solidFill>
                  <a:srgbClr val="A8915C"/>
                </a:solidFill>
                <a:latin typeface="Cormorant Garamond" pitchFamily="34" charset="0"/>
                <a:ea typeface="Cormorant Garamond" pitchFamily="34" charset="-122"/>
                <a:cs typeface="Cormorant Garamond" pitchFamily="34" charset="-120"/>
              </a:rPr>
              <a:t>Rey</a:t>
            </a:r>
            <a:endParaRPr lang="en-US" sz="1400" dirty="0"/>
          </a:p>
        </p:txBody>
      </p:sp>
      <p:sp>
        <p:nvSpPr>
          <p:cNvPr id="13" name="Text 11"/>
          <p:cNvSpPr/>
          <p:nvPr/>
        </p:nvSpPr>
        <p:spPr>
          <a:xfrm>
            <a:off x="2834640" y="4251960"/>
            <a:ext cx="5760720" cy="320040"/>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ungido para servir y dar su vida en rescate por muchos (Mc 10, 45).</a:t>
            </a:r>
            <a:endParaRPr lang="en-US" sz="1200" dirty="0"/>
          </a:p>
        </p:txBody>
      </p:sp>
      <p:sp>
        <p:nvSpPr>
          <p:cNvPr id="14" name="Text 12"/>
          <p:cNvSpPr/>
          <p:nvPr/>
        </p:nvSpPr>
        <p:spPr>
          <a:xfrm>
            <a:off x="457200" y="4663440"/>
            <a:ext cx="8229600" cy="228600"/>
          </a:xfrm>
          <a:prstGeom prst="rect">
            <a:avLst/>
          </a:prstGeom>
          <a:noFill/>
          <a:ln/>
        </p:spPr>
        <p:txBody>
          <a:bodyPr wrap="square" lIns="0" tIns="0" rIns="0" bIns="0" rtlCol="0" anchor="ctr"/>
          <a:lstStyle/>
          <a:p>
            <a:pPr algn="ctr" indent="0" marL="0">
              <a:buNone/>
            </a:pPr>
            <a:r>
              <a:rPr lang="en-US" sz="1000" spc="400" kern="0" dirty="0">
                <a:solidFill>
                  <a:srgbClr val="8A7560"/>
                </a:solidFill>
                <a:latin typeface="JetBrains Mono" pitchFamily="34" charset="0"/>
                <a:ea typeface="JetBrains Mono" pitchFamily="34" charset="-122"/>
                <a:cs typeface="JetBrains Mono" pitchFamily="34" charset="-120"/>
              </a:rPr>
              <a:t>CEC 436-440 · YOUCAT 73</a:t>
            </a:r>
            <a:endParaRPr lang="en-US" sz="1000" dirty="0"/>
          </a:p>
        </p:txBody>
      </p:sp>
      <p:sp>
        <p:nvSpPr>
          <p:cNvPr id="15" name="Text 13"/>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07 / 30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Shape 1"/>
          <p:cNvSpPr/>
          <p:nvPr/>
        </p:nvSpPr>
        <p:spPr>
          <a:xfrm>
            <a:off x="4094226" y="1883664"/>
            <a:ext cx="502920" cy="502920"/>
          </a:xfrm>
          <a:prstGeom prst="oval">
            <a:avLst/>
          </a:prstGeom>
          <a:ln w="13970">
            <a:solidFill>
              <a:srgbClr val="A8915C"/>
            </a:solidFill>
            <a:prstDash val="solid"/>
          </a:ln>
        </p:spPr>
      </p:sp>
      <p:sp>
        <p:nvSpPr>
          <p:cNvPr id="4" name="Shape 2"/>
          <p:cNvSpPr/>
          <p:nvPr/>
        </p:nvSpPr>
        <p:spPr>
          <a:xfrm>
            <a:off x="4546854" y="1883664"/>
            <a:ext cx="502920" cy="502920"/>
          </a:xfrm>
          <a:prstGeom prst="oval">
            <a:avLst/>
          </a:prstGeom>
          <a:ln w="13970">
            <a:solidFill>
              <a:srgbClr val="A8915C"/>
            </a:solidFill>
            <a:prstDash val="solid"/>
          </a:ln>
        </p:spPr>
      </p:sp>
      <p:sp>
        <p:nvSpPr>
          <p:cNvPr id="5" name="Shape 3"/>
          <p:cNvSpPr/>
          <p:nvPr/>
        </p:nvSpPr>
        <p:spPr>
          <a:xfrm>
            <a:off x="4320540" y="2210562"/>
            <a:ext cx="502920" cy="502920"/>
          </a:xfrm>
          <a:prstGeom prst="oval">
            <a:avLst/>
          </a:prstGeom>
          <a:ln w="13970">
            <a:solidFill>
              <a:srgbClr val="A8915C"/>
            </a:solidFill>
            <a:prstDash val="solid"/>
          </a:ln>
        </p:spPr>
      </p:sp>
      <p:sp>
        <p:nvSpPr>
          <p:cNvPr id="6" name="Text 4"/>
          <p:cNvSpPr/>
          <p:nvPr/>
        </p:nvSpPr>
        <p:spPr>
          <a:xfrm>
            <a:off x="457200" y="3246120"/>
            <a:ext cx="8229600" cy="320040"/>
          </a:xfrm>
          <a:prstGeom prst="rect">
            <a:avLst/>
          </a:prstGeom>
          <a:noFill/>
          <a:ln/>
        </p:spPr>
        <p:txBody>
          <a:bodyPr wrap="square" lIns="0" tIns="0" rIns="0" bIns="0" rtlCol="0" anchor="ctr"/>
          <a:lstStyle/>
          <a:p>
            <a:pPr algn="ctr" indent="0" marL="0">
              <a:buNone/>
            </a:pPr>
            <a:r>
              <a:rPr lang="en-US" sz="1000" spc="600" kern="0" dirty="0">
                <a:solidFill>
                  <a:srgbClr val="8A7560"/>
                </a:solidFill>
                <a:latin typeface="JetBrains Mono" pitchFamily="34" charset="0"/>
                <a:ea typeface="JetBrains Mono" pitchFamily="34" charset="-122"/>
                <a:cs typeface="JetBrains Mono" pitchFamily="34" charset="-120"/>
              </a:rPr>
              <a:t>PRIMERA PARTE</a:t>
            </a:r>
            <a:endParaRPr lang="en-US" sz="1000" dirty="0"/>
          </a:p>
        </p:txBody>
      </p:sp>
      <p:sp>
        <p:nvSpPr>
          <p:cNvPr id="7" name="Text 5"/>
          <p:cNvSpPr/>
          <p:nvPr/>
        </p:nvSpPr>
        <p:spPr>
          <a:xfrm>
            <a:off x="457200" y="3566160"/>
            <a:ext cx="8229600" cy="502920"/>
          </a:xfrm>
          <a:prstGeom prst="rect">
            <a:avLst/>
          </a:prstGeom>
          <a:noFill/>
          <a:ln/>
        </p:spPr>
        <p:txBody>
          <a:bodyPr wrap="square" lIns="0" tIns="0" rIns="0" bIns="0" rtlCol="0" anchor="ctr"/>
          <a:lstStyle/>
          <a:p>
            <a:pPr algn="ctr" indent="0" marL="0">
              <a:buNone/>
            </a:pPr>
            <a:r>
              <a:rPr lang="en-US" sz="3200" dirty="0">
                <a:solidFill>
                  <a:srgbClr val="5C1A1B"/>
                </a:solidFill>
                <a:latin typeface="Cormorant Garamond" pitchFamily="34" charset="0"/>
                <a:ea typeface="Cormorant Garamond" pitchFamily="34" charset="-122"/>
                <a:cs typeface="Cormorant Garamond" pitchFamily="34" charset="-120"/>
              </a:rPr>
              <a:t>Los nombres del Hijo</a:t>
            </a:r>
            <a:endParaRPr lang="en-US" sz="3200" dirty="0"/>
          </a:p>
        </p:txBody>
      </p:sp>
      <p:sp>
        <p:nvSpPr>
          <p:cNvPr id="8" name="Shape 6"/>
          <p:cNvSpPr/>
          <p:nvPr/>
        </p:nvSpPr>
        <p:spPr>
          <a:xfrm>
            <a:off x="3886200" y="4251960"/>
            <a:ext cx="1371600" cy="0"/>
          </a:xfrm>
          <a:prstGeom prst="line">
            <a:avLst/>
          </a:prstGeom>
          <a:noFill/>
          <a:ln w="9525">
            <a:solidFill>
              <a:srgbClr val="B5A285"/>
            </a:solidFill>
            <a:prstDash val="solid"/>
          </a:ln>
        </p:spPr>
      </p:sp>
      <p:sp>
        <p:nvSpPr>
          <p:cNvPr id="9" name="Text 7"/>
          <p:cNvSpPr/>
          <p:nvPr/>
        </p:nvSpPr>
        <p:spPr>
          <a:xfrm>
            <a:off x="457200" y="4389120"/>
            <a:ext cx="8229600" cy="274320"/>
          </a:xfrm>
          <a:prstGeom prst="rect">
            <a:avLst/>
          </a:prstGeom>
          <a:noFill/>
          <a:ln/>
        </p:spPr>
        <p:txBody>
          <a:bodyPr wrap="square" lIns="0" tIns="0" rIns="0" bIns="0" rtlCol="0" anchor="ctr"/>
          <a:lstStyle/>
          <a:p>
            <a:pPr algn="ctr" indent="0" marL="0">
              <a:buNone/>
            </a:pPr>
            <a:r>
              <a:rPr lang="en-US" sz="1400" i="1" dirty="0">
                <a:solidFill>
                  <a:srgbClr val="8A7560"/>
                </a:solidFill>
                <a:latin typeface="Cormorant Garamond" pitchFamily="34" charset="0"/>
                <a:ea typeface="Cormorant Garamond" pitchFamily="34" charset="-122"/>
                <a:cs typeface="Cormorant Garamond" pitchFamily="34" charset="-120"/>
              </a:rPr>
              <a:t>Jesús · Cristo · Hijo único · Señor</a:t>
            </a:r>
            <a:endParaRPr lang="en-US" sz="1400" dirty="0"/>
          </a:p>
        </p:txBody>
      </p:sp>
      <p:sp>
        <p:nvSpPr>
          <p:cNvPr id="10" name="Text 8"/>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08 / 30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502920"/>
            <a:ext cx="8229600" cy="274320"/>
          </a:xfrm>
          <a:prstGeom prst="rect">
            <a:avLst/>
          </a:prstGeom>
          <a:noFill/>
          <a:ln/>
        </p:spPr>
        <p:txBody>
          <a:bodyPr wrap="square" lIns="0" tIns="0" rIns="0" bIns="0" rtlCol="0" anchor="ctr"/>
          <a:lstStyle/>
          <a:p>
            <a:pPr algn="ctr" indent="0" marL="0">
              <a:buNone/>
            </a:pPr>
            <a:r>
              <a:rPr lang="en-US" sz="900" spc="500" kern="0" dirty="0">
                <a:solidFill>
                  <a:srgbClr val="8A7560"/>
                </a:solidFill>
                <a:latin typeface="JetBrains Mono" pitchFamily="34" charset="0"/>
                <a:ea typeface="JetBrains Mono" pitchFamily="34" charset="-122"/>
                <a:cs typeface="JetBrains Mono" pitchFamily="34" charset="-120"/>
              </a:rPr>
              <a:t>LA RELACIÓN ÚNICA Y ETERNA</a:t>
            </a:r>
            <a:endParaRPr lang="en-US" sz="900" dirty="0"/>
          </a:p>
        </p:txBody>
      </p:sp>
      <p:sp>
        <p:nvSpPr>
          <p:cNvPr id="4" name="Text 2"/>
          <p:cNvSpPr/>
          <p:nvPr/>
        </p:nvSpPr>
        <p:spPr>
          <a:xfrm>
            <a:off x="457200" y="822960"/>
            <a:ext cx="8229600" cy="777240"/>
          </a:xfrm>
          <a:prstGeom prst="rect">
            <a:avLst/>
          </a:prstGeom>
          <a:noFill/>
          <a:ln/>
        </p:spPr>
        <p:txBody>
          <a:bodyPr wrap="square" lIns="0" tIns="0" rIns="0" bIns="0" rtlCol="0" anchor="ctr"/>
          <a:lstStyle/>
          <a:p>
            <a:pPr algn="ctr" indent="0" marL="0">
              <a:buNone/>
            </a:pPr>
            <a:r>
              <a:rPr lang="en-US" sz="3800" dirty="0">
                <a:solidFill>
                  <a:srgbClr val="5C1A1B"/>
                </a:solidFill>
                <a:latin typeface="Cormorant Garamond" pitchFamily="34" charset="0"/>
                <a:ea typeface="Cormorant Garamond" pitchFamily="34" charset="-122"/>
                <a:cs typeface="Cormorant Garamond" pitchFamily="34" charset="-120"/>
              </a:rPr>
              <a:t>Hijo único de Dios</a:t>
            </a:r>
            <a:endParaRPr lang="en-US" sz="3800" dirty="0"/>
          </a:p>
        </p:txBody>
      </p:sp>
      <p:sp>
        <p:nvSpPr>
          <p:cNvPr id="5" name="Shape 3"/>
          <p:cNvSpPr/>
          <p:nvPr/>
        </p:nvSpPr>
        <p:spPr>
          <a:xfrm>
            <a:off x="3886200" y="1691640"/>
            <a:ext cx="1371600" cy="0"/>
          </a:xfrm>
          <a:prstGeom prst="line">
            <a:avLst/>
          </a:prstGeom>
          <a:noFill/>
          <a:ln w="9525">
            <a:solidFill>
              <a:srgbClr val="B5A285"/>
            </a:solidFill>
            <a:prstDash val="solid"/>
          </a:ln>
        </p:spPr>
      </p:sp>
      <p:sp>
        <p:nvSpPr>
          <p:cNvPr id="6" name="Text 4"/>
          <p:cNvSpPr/>
          <p:nvPr/>
        </p:nvSpPr>
        <p:spPr>
          <a:xfrm>
            <a:off x="822960" y="1965960"/>
            <a:ext cx="7498080" cy="1097280"/>
          </a:xfrm>
          <a:prstGeom prst="rect">
            <a:avLst/>
          </a:prstGeom>
          <a:noFill/>
          <a:ln/>
        </p:spPr>
        <p:txBody>
          <a:bodyPr wrap="square" lIns="0" tIns="0" rIns="0" bIns="0" rtlCol="0" anchor="ctr"/>
          <a:lstStyle/>
          <a:p>
            <a:pPr algn="ctr" indent="0" marL="0">
              <a:buNone/>
            </a:pPr>
            <a:r>
              <a:rPr lang="en-US" sz="1600" i="1" dirty="0">
                <a:solidFill>
                  <a:srgbClr val="5C1A1B"/>
                </a:solidFill>
                <a:latin typeface="EB Garamond" pitchFamily="34" charset="0"/>
                <a:ea typeface="EB Garamond" pitchFamily="34" charset="-122"/>
                <a:cs typeface="EB Garamond" pitchFamily="34" charset="-120"/>
              </a:rPr>
              <a:t>«Los evangelios narran en dos momentos solemnes, el Bautismo y la Transfiguración de Cristo, que la voz del Padre lo designa como su "Hijo amado" (Mt 3, 17; 17, 5).»</a:t>
            </a:r>
            <a:endParaRPr lang="en-US" sz="1600" dirty="0"/>
          </a:p>
        </p:txBody>
      </p:sp>
      <p:sp>
        <p:nvSpPr>
          <p:cNvPr id="7" name="Text 5"/>
          <p:cNvSpPr/>
          <p:nvPr/>
        </p:nvSpPr>
        <p:spPr>
          <a:xfrm>
            <a:off x="457200" y="3108960"/>
            <a:ext cx="8229600" cy="228600"/>
          </a:xfrm>
          <a:prstGeom prst="rect">
            <a:avLst/>
          </a:prstGeom>
          <a:noFill/>
          <a:ln/>
        </p:spPr>
        <p:txBody>
          <a:bodyPr wrap="square" lIns="0" tIns="0" rIns="0" bIns="0" rtlCol="0" anchor="ctr"/>
          <a:lstStyle/>
          <a:p>
            <a:pPr algn="ctr" indent="0" marL="0">
              <a:buNone/>
            </a:pPr>
            <a:r>
              <a:rPr lang="en-US" sz="900" spc="300" kern="0" dirty="0">
                <a:solidFill>
                  <a:srgbClr val="8A7560"/>
                </a:solidFill>
                <a:latin typeface="JetBrains Mono" pitchFamily="34" charset="0"/>
                <a:ea typeface="JetBrains Mono" pitchFamily="34" charset="-122"/>
                <a:cs typeface="JetBrains Mono" pitchFamily="34" charset="-120"/>
              </a:rPr>
              <a:t>CEC 444</a:t>
            </a:r>
            <a:endParaRPr lang="en-US" sz="900" dirty="0"/>
          </a:p>
        </p:txBody>
      </p:sp>
      <p:sp>
        <p:nvSpPr>
          <p:cNvPr id="8" name="Text 6"/>
          <p:cNvSpPr/>
          <p:nvPr/>
        </p:nvSpPr>
        <p:spPr>
          <a:xfrm>
            <a:off x="731520" y="3520440"/>
            <a:ext cx="3657600" cy="320040"/>
          </a:xfrm>
          <a:prstGeom prst="rect">
            <a:avLst/>
          </a:prstGeom>
          <a:noFill/>
          <a:ln/>
        </p:spPr>
        <p:txBody>
          <a:bodyPr wrap="square" lIns="0" tIns="0" rIns="0" bIns="0" rtlCol="0" anchor="ctr"/>
          <a:lstStyle/>
          <a:p>
            <a:pPr algn="ctr" indent="0" marL="0">
              <a:buNone/>
            </a:pPr>
            <a:r>
              <a:rPr lang="en-US" sz="1600" dirty="0">
                <a:solidFill>
                  <a:srgbClr val="A8915C"/>
                </a:solidFill>
                <a:latin typeface="Cormorant Garamond" pitchFamily="34" charset="0"/>
                <a:ea typeface="Cormorant Garamond" pitchFamily="34" charset="-122"/>
                <a:cs typeface="Cormorant Garamond" pitchFamily="34" charset="-120"/>
              </a:rPr>
              <a:t>Lo que confiesa la Iglesia</a:t>
            </a:r>
            <a:endParaRPr lang="en-US" sz="1600" dirty="0"/>
          </a:p>
        </p:txBody>
      </p:sp>
      <p:sp>
        <p:nvSpPr>
          <p:cNvPr id="9" name="Text 7"/>
          <p:cNvSpPr/>
          <p:nvPr/>
        </p:nvSpPr>
        <p:spPr>
          <a:xfrm>
            <a:off x="640080" y="3840480"/>
            <a:ext cx="3840480" cy="777240"/>
          </a:xfrm>
          <a:prstGeom prst="rect">
            <a:avLst/>
          </a:prstGeom>
          <a:noFill/>
          <a:ln/>
        </p:spPr>
        <p:txBody>
          <a:bodyPr wrap="square" lIns="0" tIns="0" rIns="0" bIns="0" rtlCol="0" anchor="ctr"/>
          <a:lstStyle/>
          <a:p>
            <a:pPr algn="ctr" indent="0" marL="0">
              <a:buNone/>
            </a:pPr>
            <a:r>
              <a:rPr lang="en-US" sz="1200" dirty="0">
                <a:solidFill>
                  <a:srgbClr val="5C1A1B"/>
                </a:solidFill>
                <a:latin typeface="EB Garamond" pitchFamily="34" charset="0"/>
                <a:ea typeface="EB Garamond" pitchFamily="34" charset="-122"/>
                <a:cs typeface="EB Garamond" pitchFamily="34" charset="-120"/>
              </a:rPr>
              <a:t>Jesucristo es el Hijo único del Padre (Jn 1, 14. 18; 3, 16. 18) y Él mismo es Dios (Jn 1, 1). Para ser cristiano es necesario creer que Jesucristo es el Hijo de Dios.</a:t>
            </a:r>
            <a:endParaRPr lang="en-US" sz="1200" dirty="0"/>
          </a:p>
        </p:txBody>
      </p:sp>
      <p:sp>
        <p:nvSpPr>
          <p:cNvPr id="10" name="Text 8"/>
          <p:cNvSpPr/>
          <p:nvPr/>
        </p:nvSpPr>
        <p:spPr>
          <a:xfrm>
            <a:off x="4754880" y="3520440"/>
            <a:ext cx="3657600" cy="320040"/>
          </a:xfrm>
          <a:prstGeom prst="rect">
            <a:avLst/>
          </a:prstGeom>
          <a:noFill/>
          <a:ln/>
        </p:spPr>
        <p:txBody>
          <a:bodyPr wrap="square" lIns="0" tIns="0" rIns="0" bIns="0" rtlCol="0" anchor="ctr"/>
          <a:lstStyle/>
          <a:p>
            <a:pPr algn="ctr" indent="0" marL="0">
              <a:buNone/>
            </a:pPr>
            <a:r>
              <a:rPr lang="en-US" sz="1600" dirty="0">
                <a:solidFill>
                  <a:srgbClr val="A8915C"/>
                </a:solidFill>
                <a:latin typeface="Cormorant Garamond" pitchFamily="34" charset="0"/>
                <a:ea typeface="Cormorant Garamond" pitchFamily="34" charset="-122"/>
                <a:cs typeface="Cormorant Garamond" pitchFamily="34" charset="-120"/>
              </a:rPr>
              <a:t>Lo que implica para nosotros</a:t>
            </a:r>
            <a:endParaRPr lang="en-US" sz="1600" dirty="0"/>
          </a:p>
        </p:txBody>
      </p:sp>
      <p:sp>
        <p:nvSpPr>
          <p:cNvPr id="11" name="Text 9"/>
          <p:cNvSpPr/>
          <p:nvPr/>
        </p:nvSpPr>
        <p:spPr>
          <a:xfrm>
            <a:off x="4663440" y="3840480"/>
            <a:ext cx="3840480" cy="777240"/>
          </a:xfrm>
          <a:prstGeom prst="rect">
            <a:avLst/>
          </a:prstGeom>
          <a:noFill/>
          <a:ln/>
        </p:spPr>
        <p:txBody>
          <a:bodyPr wrap="square" lIns="0" tIns="0" rIns="0" bIns="0" rtlCol="0" anchor="ctr"/>
          <a:lstStyle/>
          <a:p>
            <a:pPr algn="ctr" indent="0" marL="0">
              <a:buNone/>
            </a:pPr>
            <a:r>
              <a:rPr lang="en-US" sz="1200" dirty="0">
                <a:solidFill>
                  <a:srgbClr val="5C1A1B"/>
                </a:solidFill>
                <a:latin typeface="EB Garamond" pitchFamily="34" charset="0"/>
                <a:ea typeface="EB Garamond" pitchFamily="34" charset="-122"/>
                <a:cs typeface="EB Garamond" pitchFamily="34" charset="-120"/>
              </a:rPr>
              <a:t>«Constituido Hijo de Dios con poder, según el Espíritu de santidad, por su Resurrección de entre los muertos» (Rm 1, 4). Su filiación divina se manifiesta en el poder de su humanidad glorificada.</a:t>
            </a:r>
            <a:endParaRPr lang="en-US" sz="1200" dirty="0"/>
          </a:p>
        </p:txBody>
      </p:sp>
      <p:sp>
        <p:nvSpPr>
          <p:cNvPr id="12" name="Text 10"/>
          <p:cNvSpPr/>
          <p:nvPr/>
        </p:nvSpPr>
        <p:spPr>
          <a:xfrm>
            <a:off x="457200" y="4663440"/>
            <a:ext cx="8229600" cy="228600"/>
          </a:xfrm>
          <a:prstGeom prst="rect">
            <a:avLst/>
          </a:prstGeom>
          <a:noFill/>
          <a:ln/>
        </p:spPr>
        <p:txBody>
          <a:bodyPr wrap="square" lIns="0" tIns="0" rIns="0" bIns="0" rtlCol="0" anchor="ctr"/>
          <a:lstStyle/>
          <a:p>
            <a:pPr algn="ctr" indent="0" marL="0">
              <a:buNone/>
            </a:pPr>
            <a:r>
              <a:rPr lang="en-US" sz="1000" spc="400" kern="0" dirty="0">
                <a:solidFill>
                  <a:srgbClr val="8A7560"/>
                </a:solidFill>
                <a:latin typeface="JetBrains Mono" pitchFamily="34" charset="0"/>
                <a:ea typeface="JetBrains Mono" pitchFamily="34" charset="-122"/>
                <a:cs typeface="JetBrains Mono" pitchFamily="34" charset="-120"/>
              </a:rPr>
              <a:t>CEC 441-445 · YOUCAT 74</a:t>
            </a:r>
            <a:endParaRPr lang="en-US" sz="1000" dirty="0"/>
          </a:p>
        </p:txBody>
      </p:sp>
      <p:sp>
        <p:nvSpPr>
          <p:cNvPr id="13" name="Text 11"/>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09 / 30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502920"/>
            <a:ext cx="8229600" cy="274320"/>
          </a:xfrm>
          <a:prstGeom prst="rect">
            <a:avLst/>
          </a:prstGeom>
          <a:noFill/>
          <a:ln/>
        </p:spPr>
        <p:txBody>
          <a:bodyPr wrap="square" lIns="0" tIns="0" rIns="0" bIns="0" rtlCol="0" anchor="ctr"/>
          <a:lstStyle/>
          <a:p>
            <a:pPr algn="ctr" indent="0" marL="0">
              <a:buNone/>
            </a:pPr>
            <a:r>
              <a:rPr lang="en-US" sz="900" spc="500" kern="0" dirty="0">
                <a:solidFill>
                  <a:srgbClr val="8A7560"/>
                </a:solidFill>
                <a:latin typeface="JetBrains Mono" pitchFamily="34" charset="0"/>
                <a:ea typeface="JetBrains Mono" pitchFamily="34" charset="-122"/>
                <a:cs typeface="JetBrains Mono" pitchFamily="34" charset="-120"/>
              </a:rPr>
              <a:t>LA SOBERANÍA DIVINA</a:t>
            </a:r>
            <a:endParaRPr lang="en-US" sz="900" dirty="0"/>
          </a:p>
        </p:txBody>
      </p:sp>
      <p:sp>
        <p:nvSpPr>
          <p:cNvPr id="4" name="Text 2"/>
          <p:cNvSpPr/>
          <p:nvPr/>
        </p:nvSpPr>
        <p:spPr>
          <a:xfrm>
            <a:off x="457200" y="822960"/>
            <a:ext cx="8229600" cy="868680"/>
          </a:xfrm>
          <a:prstGeom prst="rect">
            <a:avLst/>
          </a:prstGeom>
          <a:noFill/>
          <a:ln/>
        </p:spPr>
        <p:txBody>
          <a:bodyPr wrap="square" lIns="0" tIns="0" rIns="0" bIns="0" rtlCol="0" anchor="ctr"/>
          <a:lstStyle/>
          <a:p>
            <a:pPr algn="ctr" indent="0" marL="0">
              <a:buNone/>
            </a:pPr>
            <a:r>
              <a:rPr lang="en-US" sz="6000" spc="-50" kern="0" dirty="0">
                <a:solidFill>
                  <a:srgbClr val="5C1A1B"/>
                </a:solidFill>
                <a:latin typeface="Cormorant Garamond" pitchFamily="34" charset="0"/>
                <a:ea typeface="Cormorant Garamond" pitchFamily="34" charset="-122"/>
                <a:cs typeface="Cormorant Garamond" pitchFamily="34" charset="-120"/>
              </a:rPr>
              <a:t>Señor</a:t>
            </a:r>
            <a:endParaRPr lang="en-US" sz="6000" dirty="0"/>
          </a:p>
        </p:txBody>
      </p:sp>
      <p:sp>
        <p:nvSpPr>
          <p:cNvPr id="5" name="Text 3"/>
          <p:cNvSpPr/>
          <p:nvPr/>
        </p:nvSpPr>
        <p:spPr>
          <a:xfrm>
            <a:off x="457200" y="1737360"/>
            <a:ext cx="8229600" cy="411480"/>
          </a:xfrm>
          <a:prstGeom prst="rect">
            <a:avLst/>
          </a:prstGeom>
          <a:noFill/>
          <a:ln/>
        </p:spPr>
        <p:txBody>
          <a:bodyPr wrap="square" lIns="0" tIns="0" rIns="0" bIns="0" rtlCol="0" anchor="ctr"/>
          <a:lstStyle/>
          <a:p>
            <a:pPr algn="ctr" indent="0" marL="0">
              <a:buNone/>
            </a:pPr>
            <a:r>
              <a:rPr lang="en-US" sz="2200" i="1" dirty="0">
                <a:solidFill>
                  <a:srgbClr val="73201D"/>
                </a:solidFill>
                <a:latin typeface="Cormorant Garamond" pitchFamily="34" charset="0"/>
                <a:ea typeface="Cormorant Garamond" pitchFamily="34" charset="-122"/>
                <a:cs typeface="Cormorant Garamond" pitchFamily="34" charset="-120"/>
              </a:rPr>
              <a:t>Kyrios</a:t>
            </a:r>
            <a:endParaRPr lang="en-US" sz="2200" dirty="0"/>
          </a:p>
        </p:txBody>
      </p:sp>
      <p:sp>
        <p:nvSpPr>
          <p:cNvPr id="6" name="Shape 4"/>
          <p:cNvSpPr/>
          <p:nvPr/>
        </p:nvSpPr>
        <p:spPr>
          <a:xfrm>
            <a:off x="4023360" y="2286000"/>
            <a:ext cx="1097280" cy="0"/>
          </a:xfrm>
          <a:prstGeom prst="line">
            <a:avLst/>
          </a:prstGeom>
          <a:noFill/>
          <a:ln w="9525">
            <a:solidFill>
              <a:srgbClr val="B5A285"/>
            </a:solidFill>
            <a:prstDash val="solid"/>
          </a:ln>
        </p:spPr>
      </p:sp>
      <p:sp>
        <p:nvSpPr>
          <p:cNvPr id="7" name="Text 5"/>
          <p:cNvSpPr/>
          <p:nvPr/>
        </p:nvSpPr>
        <p:spPr>
          <a:xfrm>
            <a:off x="731520" y="2514600"/>
            <a:ext cx="7680960" cy="594360"/>
          </a:xfrm>
          <a:prstGeom prst="rect">
            <a:avLst/>
          </a:prstGeom>
          <a:noFill/>
          <a:ln/>
        </p:spPr>
        <p:txBody>
          <a:bodyPr wrap="square" lIns="0" tIns="0" rIns="0" bIns="0" rtlCol="0" anchor="ctr"/>
          <a:lstStyle/>
          <a:p>
            <a:pPr algn="ctr" indent="0" marL="0">
              <a:buNone/>
            </a:pPr>
            <a:r>
              <a:rPr lang="en-US" sz="1600" i="1" dirty="0">
                <a:solidFill>
                  <a:srgbClr val="5C1A1B"/>
                </a:solidFill>
                <a:latin typeface="EB Garamond" pitchFamily="34" charset="0"/>
                <a:ea typeface="EB Garamond" pitchFamily="34" charset="-122"/>
                <a:cs typeface="EB Garamond" pitchFamily="34" charset="-120"/>
              </a:rPr>
              <a:t>«Nadie puede decir: "¡Jesús es Señor!" sino por influjo del Espíritu Santo» (1 Co 12, 3).</a:t>
            </a:r>
            <a:endParaRPr lang="en-US" sz="1600" dirty="0"/>
          </a:p>
        </p:txBody>
      </p:sp>
      <p:sp>
        <p:nvSpPr>
          <p:cNvPr id="8" name="Text 6"/>
          <p:cNvSpPr/>
          <p:nvPr/>
        </p:nvSpPr>
        <p:spPr>
          <a:xfrm>
            <a:off x="594360" y="3337560"/>
            <a:ext cx="411480" cy="365760"/>
          </a:xfrm>
          <a:prstGeom prst="rect">
            <a:avLst/>
          </a:prstGeom>
          <a:noFill/>
          <a:ln/>
        </p:spPr>
        <p:txBody>
          <a:bodyPr wrap="square" lIns="0" tIns="0" rIns="0" bIns="0" rtlCol="0" anchor="ctr"/>
          <a:lstStyle/>
          <a:p>
            <a:pPr algn="l" indent="0" marL="0">
              <a:buNone/>
            </a:pPr>
            <a:r>
              <a:rPr lang="en-US" sz="1100" dirty="0">
                <a:solidFill>
                  <a:srgbClr val="A8915C"/>
                </a:solidFill>
                <a:latin typeface="JetBrains Mono" pitchFamily="34" charset="0"/>
                <a:ea typeface="JetBrains Mono" pitchFamily="34" charset="-122"/>
                <a:cs typeface="JetBrains Mono" pitchFamily="34" charset="-120"/>
              </a:rPr>
              <a:t>I.</a:t>
            </a:r>
            <a:endParaRPr lang="en-US" sz="1100" dirty="0"/>
          </a:p>
        </p:txBody>
      </p:sp>
      <p:sp>
        <p:nvSpPr>
          <p:cNvPr id="9" name="Text 7"/>
          <p:cNvSpPr/>
          <p:nvPr/>
        </p:nvSpPr>
        <p:spPr>
          <a:xfrm>
            <a:off x="1051560" y="3337560"/>
            <a:ext cx="7543800" cy="365760"/>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En la traducción griega del Antiguo Testamento, el nombre inefable YHWH se traduce por Kyrios, «Señor».</a:t>
            </a:r>
            <a:endParaRPr lang="en-US" sz="1200" dirty="0"/>
          </a:p>
        </p:txBody>
      </p:sp>
      <p:sp>
        <p:nvSpPr>
          <p:cNvPr id="10" name="Text 8"/>
          <p:cNvSpPr/>
          <p:nvPr/>
        </p:nvSpPr>
        <p:spPr>
          <a:xfrm>
            <a:off x="594360" y="3749040"/>
            <a:ext cx="411480" cy="365760"/>
          </a:xfrm>
          <a:prstGeom prst="rect">
            <a:avLst/>
          </a:prstGeom>
          <a:noFill/>
          <a:ln/>
        </p:spPr>
        <p:txBody>
          <a:bodyPr wrap="square" lIns="0" tIns="0" rIns="0" bIns="0" rtlCol="0" anchor="ctr"/>
          <a:lstStyle/>
          <a:p>
            <a:pPr algn="l" indent="0" marL="0">
              <a:buNone/>
            </a:pPr>
            <a:r>
              <a:rPr lang="en-US" sz="1100" dirty="0">
                <a:solidFill>
                  <a:srgbClr val="A8915C"/>
                </a:solidFill>
                <a:latin typeface="JetBrains Mono" pitchFamily="34" charset="0"/>
                <a:ea typeface="JetBrains Mono" pitchFamily="34" charset="-122"/>
                <a:cs typeface="JetBrains Mono" pitchFamily="34" charset="-120"/>
              </a:rPr>
              <a:t>II.</a:t>
            </a:r>
            <a:endParaRPr lang="en-US" sz="1100" dirty="0"/>
          </a:p>
        </p:txBody>
      </p:sp>
      <p:sp>
        <p:nvSpPr>
          <p:cNvPr id="11" name="Text 9"/>
          <p:cNvSpPr/>
          <p:nvPr/>
        </p:nvSpPr>
        <p:spPr>
          <a:xfrm>
            <a:off x="1051560" y="3749040"/>
            <a:ext cx="7543800" cy="365760"/>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El Nuevo Testamento aplica a Jesús este título divino: el mismo Jesús se atribuye explícitamente el título ante los Apóstoles (Jn 13, 13).</a:t>
            </a:r>
            <a:endParaRPr lang="en-US" sz="1200" dirty="0"/>
          </a:p>
        </p:txBody>
      </p:sp>
      <p:sp>
        <p:nvSpPr>
          <p:cNvPr id="12" name="Text 10"/>
          <p:cNvSpPr/>
          <p:nvPr/>
        </p:nvSpPr>
        <p:spPr>
          <a:xfrm>
            <a:off x="594360" y="4160520"/>
            <a:ext cx="411480" cy="365760"/>
          </a:xfrm>
          <a:prstGeom prst="rect">
            <a:avLst/>
          </a:prstGeom>
          <a:noFill/>
          <a:ln/>
        </p:spPr>
        <p:txBody>
          <a:bodyPr wrap="square" lIns="0" tIns="0" rIns="0" bIns="0" rtlCol="0" anchor="ctr"/>
          <a:lstStyle/>
          <a:p>
            <a:pPr algn="l" indent="0" marL="0">
              <a:buNone/>
            </a:pPr>
            <a:r>
              <a:rPr lang="en-US" sz="1100" dirty="0">
                <a:solidFill>
                  <a:srgbClr val="A8915C"/>
                </a:solidFill>
                <a:latin typeface="JetBrains Mono" pitchFamily="34" charset="0"/>
                <a:ea typeface="JetBrains Mono" pitchFamily="34" charset="-122"/>
                <a:cs typeface="JetBrains Mono" pitchFamily="34" charset="-120"/>
              </a:rPr>
              <a:t>III.</a:t>
            </a:r>
            <a:endParaRPr lang="en-US" sz="1100" dirty="0"/>
          </a:p>
        </p:txBody>
      </p:sp>
      <p:sp>
        <p:nvSpPr>
          <p:cNvPr id="13" name="Text 11"/>
          <p:cNvSpPr/>
          <p:nvPr/>
        </p:nvSpPr>
        <p:spPr>
          <a:xfrm>
            <a:off x="1051560" y="4160520"/>
            <a:ext cx="7543800" cy="365760"/>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«El hombre no debe someter su libertad, de modo absoluto, a ningún poder terrenal sino sólo a Dios Padre y al Señor Jesucristo» (CEC 450).</a:t>
            </a:r>
            <a:endParaRPr lang="en-US" sz="1200" dirty="0"/>
          </a:p>
        </p:txBody>
      </p:sp>
      <p:sp>
        <p:nvSpPr>
          <p:cNvPr id="14" name="Text 12"/>
          <p:cNvSpPr/>
          <p:nvPr/>
        </p:nvSpPr>
        <p:spPr>
          <a:xfrm>
            <a:off x="457200" y="4663440"/>
            <a:ext cx="8229600" cy="228600"/>
          </a:xfrm>
          <a:prstGeom prst="rect">
            <a:avLst/>
          </a:prstGeom>
          <a:noFill/>
          <a:ln/>
        </p:spPr>
        <p:txBody>
          <a:bodyPr wrap="square" lIns="0" tIns="0" rIns="0" bIns="0" rtlCol="0" anchor="ctr"/>
          <a:lstStyle/>
          <a:p>
            <a:pPr algn="ctr" indent="0" marL="0">
              <a:buNone/>
            </a:pPr>
            <a:r>
              <a:rPr lang="en-US" sz="1000" spc="400" kern="0" dirty="0">
                <a:solidFill>
                  <a:srgbClr val="8A7560"/>
                </a:solidFill>
                <a:latin typeface="JetBrains Mono" pitchFamily="34" charset="0"/>
                <a:ea typeface="JetBrains Mono" pitchFamily="34" charset="-122"/>
                <a:cs typeface="JetBrains Mono" pitchFamily="34" charset="-120"/>
              </a:rPr>
              <a:t>CEC 446-451 · YOUCAT 75</a:t>
            </a:r>
            <a:endParaRPr lang="en-US" sz="1000" dirty="0"/>
          </a:p>
        </p:txBody>
      </p:sp>
      <p:sp>
        <p:nvSpPr>
          <p:cNvPr id="15" name="Text 13"/>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10 / 30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502920"/>
            <a:ext cx="8229600" cy="274320"/>
          </a:xfrm>
          <a:prstGeom prst="rect">
            <a:avLst/>
          </a:prstGeom>
          <a:noFill/>
          <a:ln/>
        </p:spPr>
        <p:txBody>
          <a:bodyPr wrap="square" lIns="0" tIns="0" rIns="0" bIns="0" rtlCol="0" anchor="ctr"/>
          <a:lstStyle/>
          <a:p>
            <a:pPr algn="ctr" indent="0" marL="0">
              <a:buNone/>
            </a:pPr>
            <a:r>
              <a:rPr lang="en-US" sz="900" spc="500" kern="0" dirty="0">
                <a:solidFill>
                  <a:srgbClr val="8A7560"/>
                </a:solidFill>
                <a:latin typeface="JetBrains Mono" pitchFamily="34" charset="0"/>
                <a:ea typeface="JetBrains Mono" pitchFamily="34" charset="-122"/>
                <a:cs typeface="JetBrains Mono" pitchFamily="34" charset="-120"/>
              </a:rPr>
              <a:t>EN RESUMEN</a:t>
            </a:r>
            <a:endParaRPr lang="en-US" sz="900" dirty="0"/>
          </a:p>
        </p:txBody>
      </p:sp>
      <p:sp>
        <p:nvSpPr>
          <p:cNvPr id="4" name="Text 2"/>
          <p:cNvSpPr/>
          <p:nvPr/>
        </p:nvSpPr>
        <p:spPr>
          <a:xfrm>
            <a:off x="457200" y="822960"/>
            <a:ext cx="8229600" cy="594360"/>
          </a:xfrm>
          <a:prstGeom prst="rect">
            <a:avLst/>
          </a:prstGeom>
          <a:noFill/>
          <a:ln/>
        </p:spPr>
        <p:txBody>
          <a:bodyPr wrap="square" lIns="0" tIns="0" rIns="0" bIns="0" rtlCol="0" anchor="ctr"/>
          <a:lstStyle/>
          <a:p>
            <a:pPr algn="ctr" indent="0" marL="0">
              <a:buNone/>
            </a:pPr>
            <a:r>
              <a:rPr lang="en-US" sz="3600" dirty="0">
                <a:solidFill>
                  <a:srgbClr val="5C1A1B"/>
                </a:solidFill>
                <a:latin typeface="Cormorant Garamond" pitchFamily="34" charset="0"/>
                <a:ea typeface="Cormorant Garamond" pitchFamily="34" charset="-122"/>
                <a:cs typeface="Cormorant Garamond" pitchFamily="34" charset="-120"/>
              </a:rPr>
              <a:t>Los nombres de Cristo</a:t>
            </a:r>
            <a:endParaRPr lang="en-US" sz="3600" dirty="0"/>
          </a:p>
        </p:txBody>
      </p:sp>
      <p:sp>
        <p:nvSpPr>
          <p:cNvPr id="5" name="Shape 3"/>
          <p:cNvSpPr/>
          <p:nvPr/>
        </p:nvSpPr>
        <p:spPr>
          <a:xfrm>
            <a:off x="3886200" y="1508760"/>
            <a:ext cx="1371600" cy="0"/>
          </a:xfrm>
          <a:prstGeom prst="line">
            <a:avLst/>
          </a:prstGeom>
          <a:noFill/>
          <a:ln w="9525">
            <a:solidFill>
              <a:srgbClr val="B5A285"/>
            </a:solidFill>
            <a:prstDash val="solid"/>
          </a:ln>
        </p:spPr>
      </p:sp>
      <p:sp>
        <p:nvSpPr>
          <p:cNvPr id="6" name="Text 4"/>
          <p:cNvSpPr/>
          <p:nvPr/>
        </p:nvSpPr>
        <p:spPr>
          <a:xfrm>
            <a:off x="731520" y="1828800"/>
            <a:ext cx="2011680" cy="502920"/>
          </a:xfrm>
          <a:prstGeom prst="rect">
            <a:avLst/>
          </a:prstGeom>
          <a:noFill/>
          <a:ln/>
        </p:spPr>
        <p:txBody>
          <a:bodyPr wrap="square" lIns="0" tIns="0" rIns="0" bIns="0" rtlCol="0" anchor="ctr"/>
          <a:lstStyle/>
          <a:p>
            <a:pPr algn="l" indent="0" marL="0">
              <a:buNone/>
            </a:pPr>
            <a:r>
              <a:rPr lang="en-US" sz="1800" dirty="0">
                <a:solidFill>
                  <a:srgbClr val="A8915C"/>
                </a:solidFill>
                <a:latin typeface="Cormorant Garamond" pitchFamily="34" charset="0"/>
                <a:ea typeface="Cormorant Garamond" pitchFamily="34" charset="-122"/>
                <a:cs typeface="Cormorant Garamond" pitchFamily="34" charset="-120"/>
              </a:rPr>
              <a:t>Jesús</a:t>
            </a:r>
            <a:endParaRPr lang="en-US" sz="1800" dirty="0"/>
          </a:p>
        </p:txBody>
      </p:sp>
      <p:sp>
        <p:nvSpPr>
          <p:cNvPr id="7" name="Text 5"/>
          <p:cNvSpPr/>
          <p:nvPr/>
        </p:nvSpPr>
        <p:spPr>
          <a:xfrm>
            <a:off x="2834640" y="1828800"/>
            <a:ext cx="5760720" cy="594360"/>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«Dios salva». El niño nacido de la Virgen María se llama Jesús «porque él salvará a su pueblo de sus pecados» (Mt 1, 21).</a:t>
            </a:r>
            <a:endParaRPr lang="en-US" sz="1200" dirty="0"/>
          </a:p>
        </p:txBody>
      </p:sp>
      <p:sp>
        <p:nvSpPr>
          <p:cNvPr id="8" name="Text 6"/>
          <p:cNvSpPr/>
          <p:nvPr/>
        </p:nvSpPr>
        <p:spPr>
          <a:xfrm>
            <a:off x="731520" y="2487168"/>
            <a:ext cx="2011680" cy="502920"/>
          </a:xfrm>
          <a:prstGeom prst="rect">
            <a:avLst/>
          </a:prstGeom>
          <a:noFill/>
          <a:ln/>
        </p:spPr>
        <p:txBody>
          <a:bodyPr wrap="square" lIns="0" tIns="0" rIns="0" bIns="0" rtlCol="0" anchor="ctr"/>
          <a:lstStyle/>
          <a:p>
            <a:pPr algn="l" indent="0" marL="0">
              <a:buNone/>
            </a:pPr>
            <a:r>
              <a:rPr lang="en-US" sz="1800" dirty="0">
                <a:solidFill>
                  <a:srgbClr val="A8915C"/>
                </a:solidFill>
                <a:latin typeface="Cormorant Garamond" pitchFamily="34" charset="0"/>
                <a:ea typeface="Cormorant Garamond" pitchFamily="34" charset="-122"/>
                <a:cs typeface="Cormorant Garamond" pitchFamily="34" charset="-120"/>
              </a:rPr>
              <a:t>Cristo</a:t>
            </a:r>
            <a:endParaRPr lang="en-US" sz="1800" dirty="0"/>
          </a:p>
        </p:txBody>
      </p:sp>
      <p:sp>
        <p:nvSpPr>
          <p:cNvPr id="9" name="Text 7"/>
          <p:cNvSpPr/>
          <p:nvPr/>
        </p:nvSpPr>
        <p:spPr>
          <a:xfrm>
            <a:off x="2834640" y="2487168"/>
            <a:ext cx="5760720" cy="594360"/>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«Ungido», «Mesías». Jesús es el Cristo porque «Dios le ungió con el Espíritu Santo y con poder» (Hch 10, 38).</a:t>
            </a:r>
            <a:endParaRPr lang="en-US" sz="1200" dirty="0"/>
          </a:p>
        </p:txBody>
      </p:sp>
      <p:sp>
        <p:nvSpPr>
          <p:cNvPr id="10" name="Text 8"/>
          <p:cNvSpPr/>
          <p:nvPr/>
        </p:nvSpPr>
        <p:spPr>
          <a:xfrm>
            <a:off x="731520" y="3145536"/>
            <a:ext cx="2011680" cy="502920"/>
          </a:xfrm>
          <a:prstGeom prst="rect">
            <a:avLst/>
          </a:prstGeom>
          <a:noFill/>
          <a:ln/>
        </p:spPr>
        <p:txBody>
          <a:bodyPr wrap="square" lIns="0" tIns="0" rIns="0" bIns="0" rtlCol="0" anchor="ctr"/>
          <a:lstStyle/>
          <a:p>
            <a:pPr algn="l" indent="0" marL="0">
              <a:buNone/>
            </a:pPr>
            <a:r>
              <a:rPr lang="en-US" sz="1800" dirty="0">
                <a:solidFill>
                  <a:srgbClr val="A8915C"/>
                </a:solidFill>
                <a:latin typeface="Cormorant Garamond" pitchFamily="34" charset="0"/>
                <a:ea typeface="Cormorant Garamond" pitchFamily="34" charset="-122"/>
                <a:cs typeface="Cormorant Garamond" pitchFamily="34" charset="-120"/>
              </a:rPr>
              <a:t>Hijo de Dios</a:t>
            </a:r>
            <a:endParaRPr lang="en-US" sz="1800" dirty="0"/>
          </a:p>
        </p:txBody>
      </p:sp>
      <p:sp>
        <p:nvSpPr>
          <p:cNvPr id="11" name="Text 9"/>
          <p:cNvSpPr/>
          <p:nvPr/>
        </p:nvSpPr>
        <p:spPr>
          <a:xfrm>
            <a:off x="2834640" y="3145536"/>
            <a:ext cx="5760720" cy="594360"/>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El Hijo único del Padre y Él mismo es Dios. Para ser cristiano es necesario creer que Jesucristo es el Hijo de Dios.</a:t>
            </a:r>
            <a:endParaRPr lang="en-US" sz="1200" dirty="0"/>
          </a:p>
        </p:txBody>
      </p:sp>
      <p:sp>
        <p:nvSpPr>
          <p:cNvPr id="12" name="Text 10"/>
          <p:cNvSpPr/>
          <p:nvPr/>
        </p:nvSpPr>
        <p:spPr>
          <a:xfrm>
            <a:off x="731520" y="3803904"/>
            <a:ext cx="2011680" cy="502920"/>
          </a:xfrm>
          <a:prstGeom prst="rect">
            <a:avLst/>
          </a:prstGeom>
          <a:noFill/>
          <a:ln/>
        </p:spPr>
        <p:txBody>
          <a:bodyPr wrap="square" lIns="0" tIns="0" rIns="0" bIns="0" rtlCol="0" anchor="ctr"/>
          <a:lstStyle/>
          <a:p>
            <a:pPr algn="l" indent="0" marL="0">
              <a:buNone/>
            </a:pPr>
            <a:r>
              <a:rPr lang="en-US" sz="1800" dirty="0">
                <a:solidFill>
                  <a:srgbClr val="A8915C"/>
                </a:solidFill>
                <a:latin typeface="Cormorant Garamond" pitchFamily="34" charset="0"/>
                <a:ea typeface="Cormorant Garamond" pitchFamily="34" charset="-122"/>
                <a:cs typeface="Cormorant Garamond" pitchFamily="34" charset="-120"/>
              </a:rPr>
              <a:t>Señor</a:t>
            </a:r>
            <a:endParaRPr lang="en-US" sz="1800" dirty="0"/>
          </a:p>
        </p:txBody>
      </p:sp>
      <p:sp>
        <p:nvSpPr>
          <p:cNvPr id="13" name="Text 11"/>
          <p:cNvSpPr/>
          <p:nvPr/>
        </p:nvSpPr>
        <p:spPr>
          <a:xfrm>
            <a:off x="2834640" y="3803904"/>
            <a:ext cx="5760720" cy="594360"/>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«Señor» significa soberanía divina. Confesar o invocar a Jesús como Señor es creer en su divinidad.</a:t>
            </a:r>
            <a:endParaRPr lang="en-US" sz="1200" dirty="0"/>
          </a:p>
        </p:txBody>
      </p:sp>
      <p:sp>
        <p:nvSpPr>
          <p:cNvPr id="14" name="Text 12"/>
          <p:cNvSpPr/>
          <p:nvPr/>
        </p:nvSpPr>
        <p:spPr>
          <a:xfrm>
            <a:off x="457200" y="4663440"/>
            <a:ext cx="8229600" cy="228600"/>
          </a:xfrm>
          <a:prstGeom prst="rect">
            <a:avLst/>
          </a:prstGeom>
          <a:noFill/>
          <a:ln/>
        </p:spPr>
        <p:txBody>
          <a:bodyPr wrap="square" lIns="0" tIns="0" rIns="0" bIns="0" rtlCol="0" anchor="ctr"/>
          <a:lstStyle/>
          <a:p>
            <a:pPr algn="ctr" indent="0" marL="0">
              <a:buNone/>
            </a:pPr>
            <a:r>
              <a:rPr lang="en-US" sz="1000" spc="400" kern="0" dirty="0">
                <a:solidFill>
                  <a:srgbClr val="8A7560"/>
                </a:solidFill>
                <a:latin typeface="JetBrains Mono" pitchFamily="34" charset="0"/>
                <a:ea typeface="JetBrains Mono" pitchFamily="34" charset="-122"/>
                <a:cs typeface="JetBrains Mono" pitchFamily="34" charset="-120"/>
              </a:rPr>
              <a:t>CEC 452-455</a:t>
            </a:r>
            <a:endParaRPr lang="en-US" sz="1000" dirty="0"/>
          </a:p>
        </p:txBody>
      </p:sp>
      <p:sp>
        <p:nvSpPr>
          <p:cNvPr id="15" name="Text 13"/>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11 / 30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3474720" y="1737360"/>
            <a:ext cx="1097280" cy="1097280"/>
          </a:xfrm>
          <a:prstGeom prst="rect">
            <a:avLst/>
          </a:prstGeom>
          <a:noFill/>
          <a:ln/>
        </p:spPr>
        <p:txBody>
          <a:bodyPr wrap="square" lIns="0" tIns="0" rIns="0" bIns="0" rtlCol="0" anchor="ctr"/>
          <a:lstStyle/>
          <a:p>
            <a:pPr algn="ctr" indent="0" marL="0">
              <a:buNone/>
            </a:pPr>
            <a:r>
              <a:rPr lang="en-US" sz="2880" i="1" dirty="0">
                <a:solidFill>
                  <a:srgbClr val="A8915C"/>
                </a:solidFill>
                <a:latin typeface="Cormorant Garamond" pitchFamily="34" charset="0"/>
                <a:ea typeface="Cormorant Garamond" pitchFamily="34" charset="-122"/>
                <a:cs typeface="Cormorant Garamond" pitchFamily="34" charset="-120"/>
              </a:rPr>
              <a:t>A</a:t>
            </a:r>
            <a:endParaRPr lang="en-US" sz="2880" dirty="0"/>
          </a:p>
        </p:txBody>
      </p:sp>
      <p:sp>
        <p:nvSpPr>
          <p:cNvPr id="4" name="Text 2"/>
          <p:cNvSpPr/>
          <p:nvPr/>
        </p:nvSpPr>
        <p:spPr>
          <a:xfrm>
            <a:off x="4572000" y="1737360"/>
            <a:ext cx="1097280" cy="1097280"/>
          </a:xfrm>
          <a:prstGeom prst="rect">
            <a:avLst/>
          </a:prstGeom>
          <a:noFill/>
          <a:ln/>
        </p:spPr>
        <p:txBody>
          <a:bodyPr wrap="square" lIns="0" tIns="0" rIns="0" bIns="0" rtlCol="0" anchor="ctr"/>
          <a:lstStyle/>
          <a:p>
            <a:pPr algn="ctr" indent="0" marL="0">
              <a:buNone/>
            </a:pPr>
            <a:r>
              <a:rPr lang="en-US" sz="2880" i="1" dirty="0">
                <a:solidFill>
                  <a:srgbClr val="A8915C"/>
                </a:solidFill>
                <a:latin typeface="Cormorant Garamond" pitchFamily="34" charset="0"/>
                <a:ea typeface="Cormorant Garamond" pitchFamily="34" charset="-122"/>
                <a:cs typeface="Cormorant Garamond" pitchFamily="34" charset="-120"/>
              </a:rPr>
              <a:t>Ω</a:t>
            </a:r>
            <a:endParaRPr lang="en-US" sz="2880" dirty="0"/>
          </a:p>
        </p:txBody>
      </p:sp>
      <p:sp>
        <p:nvSpPr>
          <p:cNvPr id="5" name="Text 3"/>
          <p:cNvSpPr/>
          <p:nvPr/>
        </p:nvSpPr>
        <p:spPr>
          <a:xfrm>
            <a:off x="457200" y="3246120"/>
            <a:ext cx="8229600" cy="320040"/>
          </a:xfrm>
          <a:prstGeom prst="rect">
            <a:avLst/>
          </a:prstGeom>
          <a:noFill/>
          <a:ln/>
        </p:spPr>
        <p:txBody>
          <a:bodyPr wrap="square" lIns="0" tIns="0" rIns="0" bIns="0" rtlCol="0" anchor="ctr"/>
          <a:lstStyle/>
          <a:p>
            <a:pPr algn="ctr" indent="0" marL="0">
              <a:buNone/>
            </a:pPr>
            <a:r>
              <a:rPr lang="en-US" sz="1000" spc="600" kern="0" dirty="0">
                <a:solidFill>
                  <a:srgbClr val="8A7560"/>
                </a:solidFill>
                <a:latin typeface="JetBrains Mono" pitchFamily="34" charset="0"/>
                <a:ea typeface="JetBrains Mono" pitchFamily="34" charset="-122"/>
                <a:cs typeface="JetBrains Mono" pitchFamily="34" charset="-120"/>
              </a:rPr>
              <a:t>SEGUNDA PARTE</a:t>
            </a:r>
            <a:endParaRPr lang="en-US" sz="1000" dirty="0"/>
          </a:p>
        </p:txBody>
      </p:sp>
      <p:sp>
        <p:nvSpPr>
          <p:cNvPr id="6" name="Text 4"/>
          <p:cNvSpPr/>
          <p:nvPr/>
        </p:nvSpPr>
        <p:spPr>
          <a:xfrm>
            <a:off x="457200" y="3566160"/>
            <a:ext cx="8229600" cy="502920"/>
          </a:xfrm>
          <a:prstGeom prst="rect">
            <a:avLst/>
          </a:prstGeom>
          <a:noFill/>
          <a:ln/>
        </p:spPr>
        <p:txBody>
          <a:bodyPr wrap="square" lIns="0" tIns="0" rIns="0" bIns="0" rtlCol="0" anchor="ctr"/>
          <a:lstStyle/>
          <a:p>
            <a:pPr algn="ctr" indent="0" marL="0">
              <a:buNone/>
            </a:pPr>
            <a:r>
              <a:rPr lang="en-US" sz="3200" dirty="0">
                <a:solidFill>
                  <a:srgbClr val="5C1A1B"/>
                </a:solidFill>
                <a:latin typeface="Cormorant Garamond" pitchFamily="34" charset="0"/>
                <a:ea typeface="Cormorant Garamond" pitchFamily="34" charset="-122"/>
                <a:cs typeface="Cormorant Garamond" pitchFamily="34" charset="-120"/>
              </a:rPr>
              <a:t>La Encarnación</a:t>
            </a:r>
            <a:endParaRPr lang="en-US" sz="3200" dirty="0"/>
          </a:p>
        </p:txBody>
      </p:sp>
      <p:sp>
        <p:nvSpPr>
          <p:cNvPr id="7" name="Shape 5"/>
          <p:cNvSpPr/>
          <p:nvPr/>
        </p:nvSpPr>
        <p:spPr>
          <a:xfrm>
            <a:off x="3886200" y="4251960"/>
            <a:ext cx="1371600" cy="0"/>
          </a:xfrm>
          <a:prstGeom prst="line">
            <a:avLst/>
          </a:prstGeom>
          <a:noFill/>
          <a:ln w="9525">
            <a:solidFill>
              <a:srgbClr val="B5A285"/>
            </a:solidFill>
            <a:prstDash val="solid"/>
          </a:ln>
        </p:spPr>
      </p:sp>
      <p:sp>
        <p:nvSpPr>
          <p:cNvPr id="8" name="Text 6"/>
          <p:cNvSpPr/>
          <p:nvPr/>
        </p:nvSpPr>
        <p:spPr>
          <a:xfrm>
            <a:off x="457200" y="4389120"/>
            <a:ext cx="8229600" cy="274320"/>
          </a:xfrm>
          <a:prstGeom prst="rect">
            <a:avLst/>
          </a:prstGeom>
          <a:noFill/>
          <a:ln/>
        </p:spPr>
        <p:txBody>
          <a:bodyPr wrap="square" lIns="0" tIns="0" rIns="0" bIns="0" rtlCol="0" anchor="ctr"/>
          <a:lstStyle/>
          <a:p>
            <a:pPr algn="ctr" indent="0" marL="0">
              <a:buNone/>
            </a:pPr>
            <a:r>
              <a:rPr lang="en-US" sz="1400" i="1" dirty="0">
                <a:solidFill>
                  <a:srgbClr val="8A7560"/>
                </a:solidFill>
                <a:latin typeface="Cormorant Garamond" pitchFamily="34" charset="0"/>
                <a:ea typeface="Cormorant Garamond" pitchFamily="34" charset="-122"/>
                <a:cs typeface="Cormorant Garamond" pitchFamily="34" charset="-120"/>
              </a:rPr>
              <a:t>«Y la Palabra se hizo carne» (Jn 1, 14)</a:t>
            </a:r>
            <a:endParaRPr lang="en-US" sz="1400" dirty="0"/>
          </a:p>
        </p:txBody>
      </p:sp>
      <p:sp>
        <p:nvSpPr>
          <p:cNvPr id="9" name="Text 7"/>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12 / 30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502920"/>
            <a:ext cx="8229600" cy="274320"/>
          </a:xfrm>
          <a:prstGeom prst="rect">
            <a:avLst/>
          </a:prstGeom>
          <a:noFill/>
          <a:ln/>
        </p:spPr>
        <p:txBody>
          <a:bodyPr wrap="square" lIns="0" tIns="0" rIns="0" bIns="0" rtlCol="0" anchor="ctr"/>
          <a:lstStyle/>
          <a:p>
            <a:pPr algn="ctr" indent="0" marL="0">
              <a:buNone/>
            </a:pPr>
            <a:r>
              <a:rPr lang="en-US" sz="900" spc="500" kern="0" dirty="0">
                <a:solidFill>
                  <a:srgbClr val="8A7560"/>
                </a:solidFill>
                <a:latin typeface="JetBrains Mono" pitchFamily="34" charset="0"/>
                <a:ea typeface="JetBrains Mono" pitchFamily="34" charset="-122"/>
                <a:cs typeface="JetBrains Mono" pitchFamily="34" charset="-120"/>
              </a:rPr>
              <a:t>EL POR QUÉ DE LA ENCARNACIÓN</a:t>
            </a:r>
            <a:endParaRPr lang="en-US" sz="900" dirty="0"/>
          </a:p>
        </p:txBody>
      </p:sp>
      <p:sp>
        <p:nvSpPr>
          <p:cNvPr id="4" name="Text 2"/>
          <p:cNvSpPr/>
          <p:nvPr/>
        </p:nvSpPr>
        <p:spPr>
          <a:xfrm>
            <a:off x="457200" y="822960"/>
            <a:ext cx="8229600" cy="594360"/>
          </a:xfrm>
          <a:prstGeom prst="rect">
            <a:avLst/>
          </a:prstGeom>
          <a:noFill/>
          <a:ln/>
        </p:spPr>
        <p:txBody>
          <a:bodyPr wrap="square" lIns="0" tIns="0" rIns="0" bIns="0" rtlCol="0" anchor="ctr"/>
          <a:lstStyle/>
          <a:p>
            <a:pPr algn="ctr" indent="0" marL="0">
              <a:buNone/>
            </a:pPr>
            <a:r>
              <a:rPr lang="en-US" sz="3200" dirty="0">
                <a:solidFill>
                  <a:srgbClr val="5C1A1B"/>
                </a:solidFill>
                <a:latin typeface="Cormorant Garamond" pitchFamily="34" charset="0"/>
                <a:ea typeface="Cormorant Garamond" pitchFamily="34" charset="-122"/>
                <a:cs typeface="Cormorant Garamond" pitchFamily="34" charset="-120"/>
              </a:rPr>
              <a:t>¿Por qué se hizo Dios hombre en Jesús?</a:t>
            </a:r>
            <a:endParaRPr lang="en-US" sz="3200" dirty="0"/>
          </a:p>
        </p:txBody>
      </p:sp>
      <p:sp>
        <p:nvSpPr>
          <p:cNvPr id="5" name="Shape 3"/>
          <p:cNvSpPr/>
          <p:nvPr/>
        </p:nvSpPr>
        <p:spPr>
          <a:xfrm>
            <a:off x="3886200" y="1508760"/>
            <a:ext cx="1371600" cy="0"/>
          </a:xfrm>
          <a:prstGeom prst="line">
            <a:avLst/>
          </a:prstGeom>
          <a:noFill/>
          <a:ln w="9525">
            <a:solidFill>
              <a:srgbClr val="B5A285"/>
            </a:solidFill>
            <a:prstDash val="solid"/>
          </a:ln>
        </p:spPr>
      </p:sp>
      <p:sp>
        <p:nvSpPr>
          <p:cNvPr id="6" name="Text 4"/>
          <p:cNvSpPr/>
          <p:nvPr/>
        </p:nvSpPr>
        <p:spPr>
          <a:xfrm>
            <a:off x="731520" y="1783080"/>
            <a:ext cx="7680960" cy="868680"/>
          </a:xfrm>
          <a:prstGeom prst="rect">
            <a:avLst/>
          </a:prstGeom>
          <a:noFill/>
          <a:ln/>
        </p:spPr>
        <p:txBody>
          <a:bodyPr wrap="square" lIns="0" tIns="0" rIns="0" bIns="0" rtlCol="0" anchor="ctr"/>
          <a:lstStyle/>
          <a:p>
            <a:pPr algn="ctr" indent="0" marL="0">
              <a:buNone/>
            </a:pPr>
            <a:r>
              <a:rPr lang="en-US" sz="2000" i="1" dirty="0">
                <a:solidFill>
                  <a:srgbClr val="5C1A1B"/>
                </a:solidFill>
                <a:latin typeface="EB Garamond" pitchFamily="34" charset="0"/>
                <a:ea typeface="EB Garamond" pitchFamily="34" charset="-122"/>
                <a:cs typeface="EB Garamond" pitchFamily="34" charset="-120"/>
              </a:rPr>
              <a:t>«Por nosotros, los hombres, y por nuestra salvación, bajó del cielo.»</a:t>
            </a:r>
            <a:endParaRPr lang="en-US" sz="2000" dirty="0"/>
          </a:p>
        </p:txBody>
      </p:sp>
      <p:sp>
        <p:nvSpPr>
          <p:cNvPr id="7" name="Text 5"/>
          <p:cNvSpPr/>
          <p:nvPr/>
        </p:nvSpPr>
        <p:spPr>
          <a:xfrm>
            <a:off x="457200" y="2697480"/>
            <a:ext cx="8229600" cy="274320"/>
          </a:xfrm>
          <a:prstGeom prst="rect">
            <a:avLst/>
          </a:prstGeom>
          <a:noFill/>
          <a:ln/>
        </p:spPr>
        <p:txBody>
          <a:bodyPr wrap="square" lIns="0" tIns="0" rIns="0" bIns="0" rtlCol="0" anchor="ctr"/>
          <a:lstStyle/>
          <a:p>
            <a:pPr algn="ctr" indent="0" marL="0">
              <a:buNone/>
            </a:pPr>
            <a:r>
              <a:rPr lang="en-US" sz="1000" spc="300" kern="0" dirty="0">
                <a:solidFill>
                  <a:srgbClr val="8A7560"/>
                </a:solidFill>
                <a:latin typeface="JetBrains Mono" pitchFamily="34" charset="0"/>
                <a:ea typeface="JetBrains Mono" pitchFamily="34" charset="-122"/>
                <a:cs typeface="JetBrains Mono" pitchFamily="34" charset="-120"/>
              </a:rPr>
              <a:t>Credo de Nicea-Constantinopla</a:t>
            </a:r>
            <a:endParaRPr lang="en-US" sz="1000" dirty="0"/>
          </a:p>
        </p:txBody>
      </p:sp>
      <p:sp>
        <p:nvSpPr>
          <p:cNvPr id="8" name="Text 6"/>
          <p:cNvSpPr/>
          <p:nvPr/>
        </p:nvSpPr>
        <p:spPr>
          <a:xfrm>
            <a:off x="594360" y="3200400"/>
            <a:ext cx="411480" cy="411480"/>
          </a:xfrm>
          <a:prstGeom prst="rect">
            <a:avLst/>
          </a:prstGeom>
          <a:noFill/>
          <a:ln/>
        </p:spPr>
        <p:txBody>
          <a:bodyPr wrap="square" lIns="0" tIns="0" rIns="0" bIns="0" rtlCol="0" anchor="ctr"/>
          <a:lstStyle/>
          <a:p>
            <a:pPr algn="l" indent="0" marL="0">
              <a:buNone/>
            </a:pPr>
            <a:r>
              <a:rPr lang="en-US" sz="1200" dirty="0">
                <a:solidFill>
                  <a:srgbClr val="A8915C"/>
                </a:solidFill>
                <a:latin typeface="JetBrains Mono" pitchFamily="34" charset="0"/>
                <a:ea typeface="JetBrains Mono" pitchFamily="34" charset="-122"/>
                <a:cs typeface="JetBrains Mono" pitchFamily="34" charset="-120"/>
              </a:rPr>
              <a:t>I.</a:t>
            </a:r>
            <a:endParaRPr lang="en-US" sz="1200" dirty="0"/>
          </a:p>
        </p:txBody>
      </p:sp>
      <p:sp>
        <p:nvSpPr>
          <p:cNvPr id="9" name="Text 7"/>
          <p:cNvSpPr/>
          <p:nvPr/>
        </p:nvSpPr>
        <p:spPr>
          <a:xfrm>
            <a:off x="1051560" y="3200400"/>
            <a:ext cx="7543800" cy="411480"/>
          </a:xfrm>
          <a:prstGeom prst="rect">
            <a:avLst/>
          </a:prstGeom>
          <a:noFill/>
          <a:ln/>
        </p:spPr>
        <p:txBody>
          <a:bodyPr wrap="square" lIns="0" tIns="0" rIns="0" bIns="0" rtlCol="0" anchor="ctr"/>
          <a:lstStyle/>
          <a:p>
            <a:pPr algn="l" indent="0" marL="0">
              <a:buNone/>
            </a:pPr>
            <a:r>
              <a:rPr lang="en-US" sz="1300" dirty="0">
                <a:solidFill>
                  <a:srgbClr val="5C1A1B"/>
                </a:solidFill>
                <a:latin typeface="EB Garamond" pitchFamily="34" charset="0"/>
                <a:ea typeface="EB Garamond" pitchFamily="34" charset="-122"/>
                <a:cs typeface="EB Garamond" pitchFamily="34" charset="-120"/>
              </a:rPr>
              <a:t>«Para rescatar a los que se hallaban bajo la Ley, y para que recibiéramos la filiación adoptiva» (Ga 4, 4-5).</a:t>
            </a:r>
            <a:endParaRPr lang="en-US" sz="1300" dirty="0"/>
          </a:p>
        </p:txBody>
      </p:sp>
      <p:sp>
        <p:nvSpPr>
          <p:cNvPr id="10" name="Text 8"/>
          <p:cNvSpPr/>
          <p:nvPr/>
        </p:nvSpPr>
        <p:spPr>
          <a:xfrm>
            <a:off x="594360" y="3657600"/>
            <a:ext cx="411480" cy="411480"/>
          </a:xfrm>
          <a:prstGeom prst="rect">
            <a:avLst/>
          </a:prstGeom>
          <a:noFill/>
          <a:ln/>
        </p:spPr>
        <p:txBody>
          <a:bodyPr wrap="square" lIns="0" tIns="0" rIns="0" bIns="0" rtlCol="0" anchor="ctr"/>
          <a:lstStyle/>
          <a:p>
            <a:pPr algn="l" indent="0" marL="0">
              <a:buNone/>
            </a:pPr>
            <a:r>
              <a:rPr lang="en-US" sz="1200" dirty="0">
                <a:solidFill>
                  <a:srgbClr val="A8915C"/>
                </a:solidFill>
                <a:latin typeface="JetBrains Mono" pitchFamily="34" charset="0"/>
                <a:ea typeface="JetBrains Mono" pitchFamily="34" charset="-122"/>
                <a:cs typeface="JetBrains Mono" pitchFamily="34" charset="-120"/>
              </a:rPr>
              <a:t>II.</a:t>
            </a:r>
            <a:endParaRPr lang="en-US" sz="1200" dirty="0"/>
          </a:p>
        </p:txBody>
      </p:sp>
      <p:sp>
        <p:nvSpPr>
          <p:cNvPr id="11" name="Text 9"/>
          <p:cNvSpPr/>
          <p:nvPr/>
        </p:nvSpPr>
        <p:spPr>
          <a:xfrm>
            <a:off x="1051560" y="3657600"/>
            <a:ext cx="7543800" cy="411480"/>
          </a:xfrm>
          <a:prstGeom prst="rect">
            <a:avLst/>
          </a:prstGeom>
          <a:noFill/>
          <a:ln/>
        </p:spPr>
        <p:txBody>
          <a:bodyPr wrap="square" lIns="0" tIns="0" rIns="0" bIns="0" rtlCol="0" anchor="ctr"/>
          <a:lstStyle/>
          <a:p>
            <a:pPr algn="l" indent="0" marL="0">
              <a:buNone/>
            </a:pPr>
            <a:r>
              <a:rPr lang="en-US" sz="1300" dirty="0">
                <a:solidFill>
                  <a:srgbClr val="5C1A1B"/>
                </a:solidFill>
                <a:latin typeface="EB Garamond" pitchFamily="34" charset="0"/>
                <a:ea typeface="EB Garamond" pitchFamily="34" charset="-122"/>
                <a:cs typeface="EB Garamond" pitchFamily="34" charset="-120"/>
              </a:rPr>
              <a:t>«Para revelar el amor del Padre a los hombres» -- el Verbo se hace visible al ojo y al oído humanos.</a:t>
            </a:r>
            <a:endParaRPr lang="en-US" sz="1300" dirty="0"/>
          </a:p>
        </p:txBody>
      </p:sp>
      <p:sp>
        <p:nvSpPr>
          <p:cNvPr id="12" name="Text 10"/>
          <p:cNvSpPr/>
          <p:nvPr/>
        </p:nvSpPr>
        <p:spPr>
          <a:xfrm>
            <a:off x="594360" y="4114800"/>
            <a:ext cx="411480" cy="411480"/>
          </a:xfrm>
          <a:prstGeom prst="rect">
            <a:avLst/>
          </a:prstGeom>
          <a:noFill/>
          <a:ln/>
        </p:spPr>
        <p:txBody>
          <a:bodyPr wrap="square" lIns="0" tIns="0" rIns="0" bIns="0" rtlCol="0" anchor="ctr"/>
          <a:lstStyle/>
          <a:p>
            <a:pPr algn="l" indent="0" marL="0">
              <a:buNone/>
            </a:pPr>
            <a:r>
              <a:rPr lang="en-US" sz="1200" dirty="0">
                <a:solidFill>
                  <a:srgbClr val="A8915C"/>
                </a:solidFill>
                <a:latin typeface="JetBrains Mono" pitchFamily="34" charset="0"/>
                <a:ea typeface="JetBrains Mono" pitchFamily="34" charset="-122"/>
                <a:cs typeface="JetBrains Mono" pitchFamily="34" charset="-120"/>
              </a:rPr>
              <a:t>III.</a:t>
            </a:r>
            <a:endParaRPr lang="en-US" sz="1200" dirty="0"/>
          </a:p>
        </p:txBody>
      </p:sp>
      <p:sp>
        <p:nvSpPr>
          <p:cNvPr id="13" name="Text 11"/>
          <p:cNvSpPr/>
          <p:nvPr/>
        </p:nvSpPr>
        <p:spPr>
          <a:xfrm>
            <a:off x="1051560" y="4114800"/>
            <a:ext cx="7543800" cy="411480"/>
          </a:xfrm>
          <a:prstGeom prst="rect">
            <a:avLst/>
          </a:prstGeom>
          <a:noFill/>
          <a:ln/>
        </p:spPr>
        <p:txBody>
          <a:bodyPr wrap="square" lIns="0" tIns="0" rIns="0" bIns="0" rtlCol="0" anchor="ctr"/>
          <a:lstStyle/>
          <a:p>
            <a:pPr algn="l" indent="0" marL="0">
              <a:buNone/>
            </a:pPr>
            <a:r>
              <a:rPr lang="en-US" sz="1300" dirty="0">
                <a:solidFill>
                  <a:srgbClr val="5C1A1B"/>
                </a:solidFill>
                <a:latin typeface="EB Garamond" pitchFamily="34" charset="0"/>
                <a:ea typeface="EB Garamond" pitchFamily="34" charset="-122"/>
                <a:cs typeface="EB Garamond" pitchFamily="34" charset="-120"/>
              </a:rPr>
              <a:t>«Para ser nuestro modelo de santidad»: «sed perfectos como vuestro Padre celestial es perfecto» (Mt 5, 48).</a:t>
            </a:r>
            <a:endParaRPr lang="en-US" sz="1300" dirty="0"/>
          </a:p>
        </p:txBody>
      </p:sp>
      <p:sp>
        <p:nvSpPr>
          <p:cNvPr id="14" name="Text 12"/>
          <p:cNvSpPr/>
          <p:nvPr/>
        </p:nvSpPr>
        <p:spPr>
          <a:xfrm>
            <a:off x="457200" y="4663440"/>
            <a:ext cx="8229600" cy="228600"/>
          </a:xfrm>
          <a:prstGeom prst="rect">
            <a:avLst/>
          </a:prstGeom>
          <a:noFill/>
          <a:ln/>
        </p:spPr>
        <p:txBody>
          <a:bodyPr wrap="square" lIns="0" tIns="0" rIns="0" bIns="0" rtlCol="0" anchor="ctr"/>
          <a:lstStyle/>
          <a:p>
            <a:pPr algn="ctr" indent="0" marL="0">
              <a:buNone/>
            </a:pPr>
            <a:r>
              <a:rPr lang="en-US" sz="1000" spc="400" kern="0" dirty="0">
                <a:solidFill>
                  <a:srgbClr val="8A7560"/>
                </a:solidFill>
                <a:latin typeface="JetBrains Mono" pitchFamily="34" charset="0"/>
                <a:ea typeface="JetBrains Mono" pitchFamily="34" charset="-122"/>
                <a:cs typeface="JetBrains Mono" pitchFamily="34" charset="-120"/>
              </a:rPr>
              <a:t>CEC 456-460 · YOUCAT 76</a:t>
            </a:r>
            <a:endParaRPr lang="en-US" sz="1000" dirty="0"/>
          </a:p>
        </p:txBody>
      </p:sp>
      <p:sp>
        <p:nvSpPr>
          <p:cNvPr id="15" name="Text 13"/>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13 / 30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502920"/>
            <a:ext cx="8229600" cy="274320"/>
          </a:xfrm>
          <a:prstGeom prst="rect">
            <a:avLst/>
          </a:prstGeom>
          <a:noFill/>
          <a:ln/>
        </p:spPr>
        <p:txBody>
          <a:bodyPr wrap="square" lIns="0" tIns="0" rIns="0" bIns="0" rtlCol="0" anchor="ctr"/>
          <a:lstStyle/>
          <a:p>
            <a:pPr algn="ctr" indent="0" marL="0">
              <a:buNone/>
            </a:pPr>
            <a:r>
              <a:rPr lang="en-US" sz="900" spc="500" kern="0" dirty="0">
                <a:solidFill>
                  <a:srgbClr val="8A7560"/>
                </a:solidFill>
                <a:latin typeface="JetBrains Mono" pitchFamily="34" charset="0"/>
                <a:ea typeface="JetBrains Mono" pitchFamily="34" charset="-122"/>
                <a:cs typeface="JetBrains Mono" pitchFamily="34" charset="-120"/>
              </a:rPr>
              <a:t>LA UNIÓN HIPOSTÁTICA</a:t>
            </a:r>
            <a:endParaRPr lang="en-US" sz="900" dirty="0"/>
          </a:p>
        </p:txBody>
      </p:sp>
      <p:sp>
        <p:nvSpPr>
          <p:cNvPr id="4" name="Text 2"/>
          <p:cNvSpPr/>
          <p:nvPr/>
        </p:nvSpPr>
        <p:spPr>
          <a:xfrm>
            <a:off x="457200" y="822960"/>
            <a:ext cx="8229600" cy="594360"/>
          </a:xfrm>
          <a:prstGeom prst="rect">
            <a:avLst/>
          </a:prstGeom>
          <a:noFill/>
          <a:ln/>
        </p:spPr>
        <p:txBody>
          <a:bodyPr wrap="square" lIns="0" tIns="0" rIns="0" bIns="0" rtlCol="0" anchor="ctr"/>
          <a:lstStyle/>
          <a:p>
            <a:pPr algn="ctr" indent="0" marL="0">
              <a:buNone/>
            </a:pPr>
            <a:r>
              <a:rPr lang="en-US" sz="3200" dirty="0">
                <a:solidFill>
                  <a:srgbClr val="5C1A1B"/>
                </a:solidFill>
                <a:latin typeface="Cormorant Garamond" pitchFamily="34" charset="0"/>
                <a:ea typeface="Cormorant Garamond" pitchFamily="34" charset="-122"/>
                <a:cs typeface="Cormorant Garamond" pitchFamily="34" charset="-120"/>
              </a:rPr>
              <a:t>Verdadero Dios y verdadero hombre</a:t>
            </a:r>
            <a:endParaRPr lang="en-US" sz="3200" dirty="0"/>
          </a:p>
        </p:txBody>
      </p:sp>
      <p:sp>
        <p:nvSpPr>
          <p:cNvPr id="5" name="Shape 3"/>
          <p:cNvSpPr/>
          <p:nvPr/>
        </p:nvSpPr>
        <p:spPr>
          <a:xfrm>
            <a:off x="3886200" y="1508760"/>
            <a:ext cx="1371600" cy="0"/>
          </a:xfrm>
          <a:prstGeom prst="line">
            <a:avLst/>
          </a:prstGeom>
          <a:noFill/>
          <a:ln w="9525">
            <a:solidFill>
              <a:srgbClr val="B5A285"/>
            </a:solidFill>
            <a:prstDash val="solid"/>
          </a:ln>
        </p:spPr>
      </p:sp>
      <p:sp>
        <p:nvSpPr>
          <p:cNvPr id="6" name="Text 4"/>
          <p:cNvSpPr/>
          <p:nvPr/>
        </p:nvSpPr>
        <p:spPr>
          <a:xfrm>
            <a:off x="457200" y="1783080"/>
            <a:ext cx="3886200" cy="365760"/>
          </a:xfrm>
          <a:prstGeom prst="rect">
            <a:avLst/>
          </a:prstGeom>
          <a:noFill/>
          <a:ln/>
        </p:spPr>
        <p:txBody>
          <a:bodyPr wrap="square" lIns="0" tIns="0" rIns="0" bIns="0" rtlCol="0" anchor="ctr"/>
          <a:lstStyle/>
          <a:p>
            <a:pPr algn="ctr" indent="0" marL="0">
              <a:buNone/>
            </a:pPr>
            <a:r>
              <a:rPr lang="en-US" sz="1800" dirty="0">
                <a:solidFill>
                  <a:srgbClr val="A8915C"/>
                </a:solidFill>
                <a:latin typeface="Cormorant Garamond" pitchFamily="34" charset="0"/>
                <a:ea typeface="Cormorant Garamond" pitchFamily="34" charset="-122"/>
                <a:cs typeface="Cormorant Garamond" pitchFamily="34" charset="-120"/>
              </a:rPr>
              <a:t>Naturaleza divina</a:t>
            </a:r>
            <a:endParaRPr lang="en-US" sz="1800" dirty="0"/>
          </a:p>
        </p:txBody>
      </p:sp>
      <p:sp>
        <p:nvSpPr>
          <p:cNvPr id="7" name="Text 5"/>
          <p:cNvSpPr/>
          <p:nvPr/>
        </p:nvSpPr>
        <p:spPr>
          <a:xfrm>
            <a:off x="365760" y="2194560"/>
            <a:ext cx="4069080" cy="1280160"/>
          </a:xfrm>
          <a:prstGeom prst="rect">
            <a:avLst/>
          </a:prstGeom>
          <a:noFill/>
          <a:ln/>
        </p:spPr>
        <p:txBody>
          <a:bodyPr wrap="square" lIns="0" tIns="0" rIns="0" bIns="0" rtlCol="0" anchor="ctr"/>
          <a:lstStyle/>
          <a:p>
            <a:pPr algn="ctr" indent="0" marL="0">
              <a:buNone/>
            </a:pPr>
            <a:r>
              <a:rPr lang="en-US" sz="1300" dirty="0">
                <a:solidFill>
                  <a:srgbClr val="5C1A1B"/>
                </a:solidFill>
                <a:latin typeface="EB Garamond" pitchFamily="34" charset="0"/>
                <a:ea typeface="EB Garamond" pitchFamily="34" charset="-122"/>
                <a:cs typeface="EB Garamond" pitchFamily="34" charset="-120"/>
              </a:rPr>
              <a:t>Jesucristo es la Segunda Persona de la Trinidad. Igual al Padre en cuanto a la divinidad: «En el principio era el Verbo, y el Verbo estaba en Dios, y el Verbo era Dios» (Jn 1, 1).</a:t>
            </a:r>
            <a:endParaRPr lang="en-US" sz="1300" dirty="0"/>
          </a:p>
        </p:txBody>
      </p:sp>
      <p:sp>
        <p:nvSpPr>
          <p:cNvPr id="8" name="Text 6"/>
          <p:cNvSpPr/>
          <p:nvPr/>
        </p:nvSpPr>
        <p:spPr>
          <a:xfrm>
            <a:off x="4800600" y="1783080"/>
            <a:ext cx="3886200" cy="365760"/>
          </a:xfrm>
          <a:prstGeom prst="rect">
            <a:avLst/>
          </a:prstGeom>
          <a:noFill/>
          <a:ln/>
        </p:spPr>
        <p:txBody>
          <a:bodyPr wrap="square" lIns="0" tIns="0" rIns="0" bIns="0" rtlCol="0" anchor="ctr"/>
          <a:lstStyle/>
          <a:p>
            <a:pPr algn="ctr" indent="0" marL="0">
              <a:buNone/>
            </a:pPr>
            <a:r>
              <a:rPr lang="en-US" sz="1800" dirty="0">
                <a:solidFill>
                  <a:srgbClr val="A8915C"/>
                </a:solidFill>
                <a:latin typeface="Cormorant Garamond" pitchFamily="34" charset="0"/>
                <a:ea typeface="Cormorant Garamond" pitchFamily="34" charset="-122"/>
                <a:cs typeface="Cormorant Garamond" pitchFamily="34" charset="-120"/>
              </a:rPr>
              <a:t>Naturaleza humana</a:t>
            </a:r>
            <a:endParaRPr lang="en-US" sz="1800" dirty="0"/>
          </a:p>
        </p:txBody>
      </p:sp>
      <p:sp>
        <p:nvSpPr>
          <p:cNvPr id="9" name="Text 7"/>
          <p:cNvSpPr/>
          <p:nvPr/>
        </p:nvSpPr>
        <p:spPr>
          <a:xfrm>
            <a:off x="4709160" y="2194560"/>
            <a:ext cx="4069080" cy="1280160"/>
          </a:xfrm>
          <a:prstGeom prst="rect">
            <a:avLst/>
          </a:prstGeom>
          <a:noFill/>
          <a:ln/>
        </p:spPr>
        <p:txBody>
          <a:bodyPr wrap="square" lIns="0" tIns="0" rIns="0" bIns="0" rtlCol="0" anchor="ctr"/>
          <a:lstStyle/>
          <a:p>
            <a:pPr algn="ctr" indent="0" marL="0">
              <a:buNone/>
            </a:pPr>
            <a:r>
              <a:rPr lang="en-US" sz="1300" dirty="0">
                <a:solidFill>
                  <a:srgbClr val="5C1A1B"/>
                </a:solidFill>
                <a:latin typeface="EB Garamond" pitchFamily="34" charset="0"/>
                <a:ea typeface="EB Garamond" pitchFamily="34" charset="-122"/>
                <a:cs typeface="EB Garamond" pitchFamily="34" charset="-120"/>
              </a:rPr>
              <a:t>Jesús «trabajó con manos de hombre, pensó con inteligencia de hombre, obró con voluntad de hombre» (YOUCAT 79). Alma, espíritu y cuerpo como los nuestros.</a:t>
            </a:r>
            <a:endParaRPr lang="en-US" sz="1300" dirty="0"/>
          </a:p>
        </p:txBody>
      </p:sp>
      <p:sp>
        <p:nvSpPr>
          <p:cNvPr id="10" name="Text 8"/>
          <p:cNvSpPr/>
          <p:nvPr/>
        </p:nvSpPr>
        <p:spPr>
          <a:xfrm>
            <a:off x="457200" y="3657600"/>
            <a:ext cx="8229600" cy="777240"/>
          </a:xfrm>
          <a:prstGeom prst="rect">
            <a:avLst/>
          </a:prstGeom>
          <a:noFill/>
          <a:ln/>
        </p:spPr>
        <p:txBody>
          <a:bodyPr wrap="square" lIns="0" tIns="0" rIns="0" bIns="0" rtlCol="0" anchor="ctr"/>
          <a:lstStyle/>
          <a:p>
            <a:pPr algn="ctr" indent="0" marL="0">
              <a:buNone/>
            </a:pPr>
            <a:r>
              <a:rPr lang="en-US" sz="1400" i="1" dirty="0">
                <a:solidFill>
                  <a:srgbClr val="5C1A1B"/>
                </a:solidFill>
                <a:latin typeface="Cormorant Garamond" pitchFamily="34" charset="0"/>
                <a:ea typeface="Cormorant Garamond" pitchFamily="34" charset="-122"/>
                <a:cs typeface="Cormorant Garamond" pitchFamily="34" charset="-120"/>
              </a:rPr>
              <a:t>«Dos naturalezas, divina y humana, no confundidas, sino unidas en la única Persona del Hijo de Dios» -- Concilio de Calcedonia, año 451.</a:t>
            </a:r>
            <a:endParaRPr lang="en-US" sz="1400" dirty="0"/>
          </a:p>
        </p:txBody>
      </p:sp>
      <p:sp>
        <p:nvSpPr>
          <p:cNvPr id="11" name="Text 9"/>
          <p:cNvSpPr/>
          <p:nvPr/>
        </p:nvSpPr>
        <p:spPr>
          <a:xfrm>
            <a:off x="457200" y="4663440"/>
            <a:ext cx="8229600" cy="228600"/>
          </a:xfrm>
          <a:prstGeom prst="rect">
            <a:avLst/>
          </a:prstGeom>
          <a:noFill/>
          <a:ln/>
        </p:spPr>
        <p:txBody>
          <a:bodyPr wrap="square" lIns="0" tIns="0" rIns="0" bIns="0" rtlCol="0" anchor="ctr"/>
          <a:lstStyle/>
          <a:p>
            <a:pPr algn="ctr" indent="0" marL="0">
              <a:buNone/>
            </a:pPr>
            <a:r>
              <a:rPr lang="en-US" sz="1000" spc="400" kern="0" dirty="0">
                <a:solidFill>
                  <a:srgbClr val="8A7560"/>
                </a:solidFill>
                <a:latin typeface="JetBrains Mono" pitchFamily="34" charset="0"/>
                <a:ea typeface="JetBrains Mono" pitchFamily="34" charset="-122"/>
                <a:cs typeface="JetBrains Mono" pitchFamily="34" charset="-120"/>
              </a:rPr>
              <a:t>CEC 461-469 · YOUCAT 77</a:t>
            </a:r>
            <a:endParaRPr lang="en-US" sz="1000" dirty="0"/>
          </a:p>
        </p:txBody>
      </p:sp>
      <p:sp>
        <p:nvSpPr>
          <p:cNvPr id="12" name="Text 10"/>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14 / 30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777240"/>
            <a:ext cx="8229600" cy="365760"/>
          </a:xfrm>
          <a:prstGeom prst="rect">
            <a:avLst/>
          </a:prstGeom>
          <a:noFill/>
          <a:ln/>
        </p:spPr>
        <p:txBody>
          <a:bodyPr wrap="square" lIns="0" tIns="0" rIns="0" bIns="0" rtlCol="0" anchor="ctr"/>
          <a:lstStyle/>
          <a:p>
            <a:pPr algn="ctr" indent="0" marL="0">
              <a:buNone/>
            </a:pPr>
            <a:r>
              <a:rPr lang="en-US" sz="1200" spc="400" kern="0" dirty="0">
                <a:solidFill>
                  <a:srgbClr val="8A7560"/>
                </a:solidFill>
                <a:latin typeface="JetBrains Mono" pitchFamily="34" charset="0"/>
                <a:ea typeface="JetBrains Mono" pitchFamily="34" charset="-122"/>
                <a:cs typeface="JetBrains Mono" pitchFamily="34" charset="-120"/>
              </a:rPr>
              <a:t>Lucas 1, 38</a:t>
            </a:r>
            <a:endParaRPr lang="en-US" sz="1200" dirty="0"/>
          </a:p>
        </p:txBody>
      </p:sp>
      <p:sp>
        <p:nvSpPr>
          <p:cNvPr id="4" name="Shape 2"/>
          <p:cNvSpPr/>
          <p:nvPr/>
        </p:nvSpPr>
        <p:spPr>
          <a:xfrm>
            <a:off x="4567428" y="1234440"/>
            <a:ext cx="9144" cy="365760"/>
          </a:xfrm>
          <a:prstGeom prst="line">
            <a:avLst/>
          </a:prstGeom>
          <a:noFill/>
          <a:ln w="15240">
            <a:solidFill>
              <a:srgbClr val="A8915C"/>
            </a:solidFill>
            <a:prstDash val="solid"/>
          </a:ln>
        </p:spPr>
      </p:sp>
      <p:sp>
        <p:nvSpPr>
          <p:cNvPr id="5" name="Shape 3"/>
          <p:cNvSpPr/>
          <p:nvPr/>
        </p:nvSpPr>
        <p:spPr>
          <a:xfrm>
            <a:off x="4431323" y="1412748"/>
            <a:ext cx="281354" cy="9144"/>
          </a:xfrm>
          <a:prstGeom prst="line">
            <a:avLst/>
          </a:prstGeom>
          <a:noFill/>
          <a:ln w="15240">
            <a:solidFill>
              <a:srgbClr val="A8915C"/>
            </a:solidFill>
            <a:prstDash val="solid"/>
          </a:ln>
        </p:spPr>
      </p:sp>
      <p:sp>
        <p:nvSpPr>
          <p:cNvPr id="6" name="Text 4"/>
          <p:cNvSpPr/>
          <p:nvPr/>
        </p:nvSpPr>
        <p:spPr>
          <a:xfrm>
            <a:off x="731520" y="1874520"/>
            <a:ext cx="7680960" cy="1371600"/>
          </a:xfrm>
          <a:prstGeom prst="rect">
            <a:avLst/>
          </a:prstGeom>
          <a:noFill/>
          <a:ln/>
        </p:spPr>
        <p:txBody>
          <a:bodyPr wrap="square" lIns="0" tIns="0" rIns="0" bIns="0" rtlCol="0" anchor="ctr"/>
          <a:lstStyle/>
          <a:p>
            <a:pPr algn="ctr" indent="0" marL="0">
              <a:buNone/>
            </a:pPr>
            <a:r>
              <a:rPr lang="en-US" sz="3200" i="1" dirty="0">
                <a:solidFill>
                  <a:srgbClr val="5C1A1B"/>
                </a:solidFill>
                <a:latin typeface="Cormorant Garamond" pitchFamily="34" charset="0"/>
                <a:ea typeface="Cormorant Garamond" pitchFamily="34" charset="-122"/>
                <a:cs typeface="Cormorant Garamond" pitchFamily="34" charset="-120"/>
              </a:rPr>
              <a:t>«He aquí la esclava del Señor; hágase en mí según tu palabra.»</a:t>
            </a:r>
            <a:endParaRPr lang="en-US" sz="3200" dirty="0"/>
          </a:p>
        </p:txBody>
      </p:sp>
      <p:sp>
        <p:nvSpPr>
          <p:cNvPr id="7" name="Text 5"/>
          <p:cNvSpPr/>
          <p:nvPr/>
        </p:nvSpPr>
        <p:spPr>
          <a:xfrm>
            <a:off x="1097280" y="3429000"/>
            <a:ext cx="6949440" cy="502920"/>
          </a:xfrm>
          <a:prstGeom prst="rect">
            <a:avLst/>
          </a:prstGeom>
          <a:noFill/>
          <a:ln/>
        </p:spPr>
        <p:txBody>
          <a:bodyPr wrap="square" lIns="0" tIns="0" rIns="0" bIns="0" rtlCol="0" anchor="ctr"/>
          <a:lstStyle/>
          <a:p>
            <a:pPr algn="ctr" indent="0" marL="0">
              <a:buNone/>
            </a:pPr>
            <a:r>
              <a:rPr lang="en-US" sz="1400" i="1" dirty="0">
                <a:solidFill>
                  <a:srgbClr val="8A7560"/>
                </a:solidFill>
                <a:latin typeface="EB Garamond" pitchFamily="34" charset="0"/>
                <a:ea typeface="EB Garamond" pitchFamily="34" charset="-122"/>
                <a:cs typeface="EB Garamond" pitchFamily="34" charset="-120"/>
              </a:rPr>
              <a:t>El «sí» de María hace posible la Encarnación: por su asentimiento activo se realizó la obra de la salvación.</a:t>
            </a:r>
            <a:endParaRPr lang="en-US" sz="1400" dirty="0"/>
          </a:p>
        </p:txBody>
      </p:sp>
      <p:sp>
        <p:nvSpPr>
          <p:cNvPr id="8" name="Text 6"/>
          <p:cNvSpPr/>
          <p:nvPr/>
        </p:nvSpPr>
        <p:spPr>
          <a:xfrm>
            <a:off x="457200" y="4251960"/>
            <a:ext cx="8229600" cy="274320"/>
          </a:xfrm>
          <a:prstGeom prst="rect">
            <a:avLst/>
          </a:prstGeom>
          <a:noFill/>
          <a:ln/>
        </p:spPr>
        <p:txBody>
          <a:bodyPr wrap="square" lIns="0" tIns="0" rIns="0" bIns="0" rtlCol="0" anchor="ctr"/>
          <a:lstStyle/>
          <a:p>
            <a:pPr algn="ctr" indent="0" marL="0">
              <a:buNone/>
            </a:pPr>
            <a:r>
              <a:rPr lang="en-US" sz="1000" spc="300" kern="0" dirty="0">
                <a:solidFill>
                  <a:srgbClr val="8A7560"/>
                </a:solidFill>
                <a:latin typeface="JetBrains Mono" pitchFamily="34" charset="0"/>
                <a:ea typeface="JetBrains Mono" pitchFamily="34" charset="-122"/>
                <a:cs typeface="JetBrains Mono" pitchFamily="34" charset="-120"/>
              </a:rPr>
              <a:t>Lc 1, 38 · CEC 494 · YOUCAT 84</a:t>
            </a:r>
            <a:endParaRPr lang="en-US" sz="1000" dirty="0"/>
          </a:p>
        </p:txBody>
      </p:sp>
      <p:sp>
        <p:nvSpPr>
          <p:cNvPr id="9" name="Text 7"/>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15 / 30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502920"/>
            <a:ext cx="8229600" cy="274320"/>
          </a:xfrm>
          <a:prstGeom prst="rect">
            <a:avLst/>
          </a:prstGeom>
          <a:noFill/>
          <a:ln/>
        </p:spPr>
        <p:txBody>
          <a:bodyPr wrap="square" lIns="0" tIns="0" rIns="0" bIns="0" rtlCol="0" anchor="ctr"/>
          <a:lstStyle/>
          <a:p>
            <a:pPr algn="ctr" indent="0" marL="0">
              <a:buNone/>
            </a:pPr>
            <a:r>
              <a:rPr lang="en-US" sz="900" spc="500" kern="0" dirty="0">
                <a:solidFill>
                  <a:srgbClr val="8A7560"/>
                </a:solidFill>
                <a:latin typeface="JetBrains Mono" pitchFamily="34" charset="0"/>
                <a:ea typeface="JetBrains Mono" pitchFamily="34" charset="-122"/>
                <a:cs typeface="JetBrains Mono" pitchFamily="34" charset="-120"/>
              </a:rPr>
              <a:t>LA CONCEPCIÓN VIRGINAL</a:t>
            </a:r>
            <a:endParaRPr lang="en-US" sz="900" dirty="0"/>
          </a:p>
        </p:txBody>
      </p:sp>
      <p:sp>
        <p:nvSpPr>
          <p:cNvPr id="4" name="Text 2"/>
          <p:cNvSpPr/>
          <p:nvPr/>
        </p:nvSpPr>
        <p:spPr>
          <a:xfrm>
            <a:off x="457200" y="822960"/>
            <a:ext cx="8229600" cy="594360"/>
          </a:xfrm>
          <a:prstGeom prst="rect">
            <a:avLst/>
          </a:prstGeom>
          <a:noFill/>
          <a:ln/>
        </p:spPr>
        <p:txBody>
          <a:bodyPr wrap="square" lIns="0" tIns="0" rIns="0" bIns="0" rtlCol="0" anchor="ctr"/>
          <a:lstStyle/>
          <a:p>
            <a:pPr algn="ctr" indent="0" marL="0">
              <a:buNone/>
            </a:pPr>
            <a:r>
              <a:rPr lang="en-US" sz="3000" dirty="0">
                <a:solidFill>
                  <a:srgbClr val="5C1A1B"/>
                </a:solidFill>
                <a:latin typeface="Cormorant Garamond" pitchFamily="34" charset="0"/>
                <a:ea typeface="Cormorant Garamond" pitchFamily="34" charset="-122"/>
                <a:cs typeface="Cormorant Garamond" pitchFamily="34" charset="-120"/>
              </a:rPr>
              <a:t>Concebido por obra del Espíritu Santo</a:t>
            </a:r>
            <a:endParaRPr lang="en-US" sz="3000" dirty="0"/>
          </a:p>
        </p:txBody>
      </p:sp>
      <p:sp>
        <p:nvSpPr>
          <p:cNvPr id="5" name="Shape 3"/>
          <p:cNvSpPr/>
          <p:nvPr/>
        </p:nvSpPr>
        <p:spPr>
          <a:xfrm>
            <a:off x="3886200" y="1508760"/>
            <a:ext cx="1371600" cy="0"/>
          </a:xfrm>
          <a:prstGeom prst="line">
            <a:avLst/>
          </a:prstGeom>
          <a:noFill/>
          <a:ln w="9525">
            <a:solidFill>
              <a:srgbClr val="B5A285"/>
            </a:solidFill>
            <a:prstDash val="solid"/>
          </a:ln>
        </p:spPr>
      </p:sp>
      <p:sp>
        <p:nvSpPr>
          <p:cNvPr id="6" name="Text 4"/>
          <p:cNvSpPr/>
          <p:nvPr/>
        </p:nvSpPr>
        <p:spPr>
          <a:xfrm>
            <a:off x="731520" y="1783080"/>
            <a:ext cx="7680960" cy="1188720"/>
          </a:xfrm>
          <a:prstGeom prst="rect">
            <a:avLst/>
          </a:prstGeom>
          <a:noFill/>
          <a:ln/>
        </p:spPr>
        <p:txBody>
          <a:bodyPr wrap="square" lIns="0" tIns="0" rIns="0" bIns="0" rtlCol="0" anchor="ctr"/>
          <a:lstStyle/>
          <a:p>
            <a:pPr algn="ctr" indent="0" marL="0">
              <a:buNone/>
            </a:pPr>
            <a:r>
              <a:rPr lang="en-US" sz="1600" i="1" dirty="0">
                <a:solidFill>
                  <a:srgbClr val="5C1A1B"/>
                </a:solidFill>
                <a:latin typeface="EB Garamond" pitchFamily="34" charset="0"/>
                <a:ea typeface="EB Garamond" pitchFamily="34" charset="-122"/>
                <a:cs typeface="EB Garamond" pitchFamily="34" charset="-120"/>
              </a:rPr>
              <a:t>«El Espíritu Santo descenderá sobre ti, y el poder del Altísimo te cubrirá con su sombra; por eso el que ha de nacer será santo y será llamado Hijo de Dios» (Lc 1, 35).</a:t>
            </a:r>
            <a:endParaRPr lang="en-US" sz="1600" dirty="0"/>
          </a:p>
        </p:txBody>
      </p:sp>
      <p:sp>
        <p:nvSpPr>
          <p:cNvPr id="7" name="Text 5"/>
          <p:cNvSpPr/>
          <p:nvPr/>
        </p:nvSpPr>
        <p:spPr>
          <a:xfrm>
            <a:off x="457200" y="3017520"/>
            <a:ext cx="8229600" cy="228600"/>
          </a:xfrm>
          <a:prstGeom prst="rect">
            <a:avLst/>
          </a:prstGeom>
          <a:noFill/>
          <a:ln/>
        </p:spPr>
        <p:txBody>
          <a:bodyPr wrap="square" lIns="0" tIns="0" rIns="0" bIns="0" rtlCol="0" anchor="ctr"/>
          <a:lstStyle/>
          <a:p>
            <a:pPr algn="ctr" indent="0" marL="0">
              <a:buNone/>
            </a:pPr>
            <a:r>
              <a:rPr lang="en-US" sz="900" spc="300" kern="0" dirty="0">
                <a:solidFill>
                  <a:srgbClr val="8A7560"/>
                </a:solidFill>
                <a:latin typeface="JetBrains Mono" pitchFamily="34" charset="0"/>
                <a:ea typeface="JetBrains Mono" pitchFamily="34" charset="-122"/>
                <a:cs typeface="JetBrains Mono" pitchFamily="34" charset="-120"/>
              </a:rPr>
              <a:t>Lc 1, 35</a:t>
            </a:r>
            <a:endParaRPr lang="en-US" sz="900" dirty="0"/>
          </a:p>
        </p:txBody>
      </p:sp>
      <p:sp>
        <p:nvSpPr>
          <p:cNvPr id="8" name="Text 6"/>
          <p:cNvSpPr/>
          <p:nvPr/>
        </p:nvSpPr>
        <p:spPr>
          <a:xfrm>
            <a:off x="594360" y="3383280"/>
            <a:ext cx="411480" cy="365760"/>
          </a:xfrm>
          <a:prstGeom prst="rect">
            <a:avLst/>
          </a:prstGeom>
          <a:noFill/>
          <a:ln/>
        </p:spPr>
        <p:txBody>
          <a:bodyPr wrap="square" lIns="0" tIns="0" rIns="0" bIns="0" rtlCol="0" anchor="ctr"/>
          <a:lstStyle/>
          <a:p>
            <a:pPr algn="l" indent="0" marL="0">
              <a:buNone/>
            </a:pPr>
            <a:r>
              <a:rPr lang="en-US" sz="1200" dirty="0">
                <a:solidFill>
                  <a:srgbClr val="A8915C"/>
                </a:solidFill>
                <a:latin typeface="JetBrains Mono" pitchFamily="34" charset="0"/>
                <a:ea typeface="JetBrains Mono" pitchFamily="34" charset="-122"/>
                <a:cs typeface="JetBrains Mono" pitchFamily="34" charset="-120"/>
              </a:rPr>
              <a:t>I.</a:t>
            </a:r>
            <a:endParaRPr lang="en-US" sz="1200" dirty="0"/>
          </a:p>
        </p:txBody>
      </p:sp>
      <p:sp>
        <p:nvSpPr>
          <p:cNvPr id="9" name="Text 7"/>
          <p:cNvSpPr/>
          <p:nvPr/>
        </p:nvSpPr>
        <p:spPr>
          <a:xfrm>
            <a:off x="1051560" y="3383280"/>
            <a:ext cx="7543800" cy="365760"/>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El Espíritu Santo es quien llamó a la vida humana a Jesús en el seno de la Virgen María.</a:t>
            </a:r>
            <a:endParaRPr lang="en-US" sz="1200" dirty="0"/>
          </a:p>
        </p:txBody>
      </p:sp>
      <p:sp>
        <p:nvSpPr>
          <p:cNvPr id="10" name="Text 8"/>
          <p:cNvSpPr/>
          <p:nvPr/>
        </p:nvSpPr>
        <p:spPr>
          <a:xfrm>
            <a:off x="594360" y="3794760"/>
            <a:ext cx="411480" cy="365760"/>
          </a:xfrm>
          <a:prstGeom prst="rect">
            <a:avLst/>
          </a:prstGeom>
          <a:noFill/>
          <a:ln/>
        </p:spPr>
        <p:txBody>
          <a:bodyPr wrap="square" lIns="0" tIns="0" rIns="0" bIns="0" rtlCol="0" anchor="ctr"/>
          <a:lstStyle/>
          <a:p>
            <a:pPr algn="l" indent="0" marL="0">
              <a:buNone/>
            </a:pPr>
            <a:r>
              <a:rPr lang="en-US" sz="1200" dirty="0">
                <a:solidFill>
                  <a:srgbClr val="A8915C"/>
                </a:solidFill>
                <a:latin typeface="JetBrains Mono" pitchFamily="34" charset="0"/>
                <a:ea typeface="JetBrains Mono" pitchFamily="34" charset="-122"/>
                <a:cs typeface="JetBrains Mono" pitchFamily="34" charset="-120"/>
              </a:rPr>
              <a:t>II.</a:t>
            </a:r>
            <a:endParaRPr lang="en-US" sz="1200" dirty="0"/>
          </a:p>
        </p:txBody>
      </p:sp>
      <p:sp>
        <p:nvSpPr>
          <p:cNvPr id="11" name="Text 9"/>
          <p:cNvSpPr/>
          <p:nvPr/>
        </p:nvSpPr>
        <p:spPr>
          <a:xfrm>
            <a:off x="1051560" y="3794760"/>
            <a:ext cx="7543800" cy="365760"/>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No hay padre humano: «Dios quiso que Jesucristo tuviera una verdadera madre humana, pero sólo a Dios como Padre» (YOUCAT 80).</a:t>
            </a:r>
            <a:endParaRPr lang="en-US" sz="1200" dirty="0"/>
          </a:p>
        </p:txBody>
      </p:sp>
      <p:sp>
        <p:nvSpPr>
          <p:cNvPr id="12" name="Text 10"/>
          <p:cNvSpPr/>
          <p:nvPr/>
        </p:nvSpPr>
        <p:spPr>
          <a:xfrm>
            <a:off x="594360" y="4206240"/>
            <a:ext cx="411480" cy="365760"/>
          </a:xfrm>
          <a:prstGeom prst="rect">
            <a:avLst/>
          </a:prstGeom>
          <a:noFill/>
          <a:ln/>
        </p:spPr>
        <p:txBody>
          <a:bodyPr wrap="square" lIns="0" tIns="0" rIns="0" bIns="0" rtlCol="0" anchor="ctr"/>
          <a:lstStyle/>
          <a:p>
            <a:pPr algn="l" indent="0" marL="0">
              <a:buNone/>
            </a:pPr>
            <a:r>
              <a:rPr lang="en-US" sz="1200" dirty="0">
                <a:solidFill>
                  <a:srgbClr val="A8915C"/>
                </a:solidFill>
                <a:latin typeface="JetBrains Mono" pitchFamily="34" charset="0"/>
                <a:ea typeface="JetBrains Mono" pitchFamily="34" charset="-122"/>
                <a:cs typeface="JetBrains Mono" pitchFamily="34" charset="-120"/>
              </a:rPr>
              <a:t>III.</a:t>
            </a:r>
            <a:endParaRPr lang="en-US" sz="1200" dirty="0"/>
          </a:p>
        </p:txBody>
      </p:sp>
      <p:sp>
        <p:nvSpPr>
          <p:cNvPr id="13" name="Text 11"/>
          <p:cNvSpPr/>
          <p:nvPr/>
        </p:nvSpPr>
        <p:spPr>
          <a:xfrm>
            <a:off x="1051560" y="4206240"/>
            <a:ext cx="7543800" cy="365760"/>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La concepción virginal manifiesta que es obra trinitaria: el Padre envía, el Verbo se encarna, el Espíritu Santo consagra.</a:t>
            </a:r>
            <a:endParaRPr lang="en-US" sz="1200" dirty="0"/>
          </a:p>
        </p:txBody>
      </p:sp>
      <p:sp>
        <p:nvSpPr>
          <p:cNvPr id="14" name="Text 12"/>
          <p:cNvSpPr/>
          <p:nvPr/>
        </p:nvSpPr>
        <p:spPr>
          <a:xfrm>
            <a:off x="457200" y="4663440"/>
            <a:ext cx="8229600" cy="228600"/>
          </a:xfrm>
          <a:prstGeom prst="rect">
            <a:avLst/>
          </a:prstGeom>
          <a:noFill/>
          <a:ln/>
        </p:spPr>
        <p:txBody>
          <a:bodyPr wrap="square" lIns="0" tIns="0" rIns="0" bIns="0" rtlCol="0" anchor="ctr"/>
          <a:lstStyle/>
          <a:p>
            <a:pPr algn="ctr" indent="0" marL="0">
              <a:buNone/>
            </a:pPr>
            <a:r>
              <a:rPr lang="en-US" sz="1000" spc="400" kern="0" dirty="0">
                <a:solidFill>
                  <a:srgbClr val="8A7560"/>
                </a:solidFill>
                <a:latin typeface="JetBrains Mono" pitchFamily="34" charset="0"/>
                <a:ea typeface="JetBrains Mono" pitchFamily="34" charset="-122"/>
                <a:cs typeface="JetBrains Mono" pitchFamily="34" charset="-120"/>
              </a:rPr>
              <a:t>CEC 484-486 · YOUCAT 80</a:t>
            </a:r>
            <a:endParaRPr lang="en-US" sz="1000" dirty="0"/>
          </a:p>
        </p:txBody>
      </p:sp>
      <p:sp>
        <p:nvSpPr>
          <p:cNvPr id="15" name="Text 13"/>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16 / 30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502920"/>
            <a:ext cx="8229600" cy="274320"/>
          </a:xfrm>
          <a:prstGeom prst="rect">
            <a:avLst/>
          </a:prstGeom>
          <a:noFill/>
          <a:ln/>
        </p:spPr>
        <p:txBody>
          <a:bodyPr wrap="square" lIns="0" tIns="0" rIns="0" bIns="0" rtlCol="0" anchor="ctr"/>
          <a:lstStyle/>
          <a:p>
            <a:pPr algn="ctr" indent="0" marL="0">
              <a:buNone/>
            </a:pPr>
            <a:r>
              <a:rPr lang="en-US" sz="900" spc="500" kern="0" dirty="0">
                <a:solidFill>
                  <a:srgbClr val="8A7560"/>
                </a:solidFill>
                <a:latin typeface="JetBrains Mono" pitchFamily="34" charset="0"/>
                <a:ea typeface="JetBrains Mono" pitchFamily="34" charset="-122"/>
                <a:cs typeface="JetBrains Mono" pitchFamily="34" charset="-120"/>
              </a:rPr>
              <a:t>MARÍA, MADRE DE DIOS</a:t>
            </a:r>
            <a:endParaRPr lang="en-US" sz="900" dirty="0"/>
          </a:p>
        </p:txBody>
      </p:sp>
      <p:sp>
        <p:nvSpPr>
          <p:cNvPr id="4" name="Text 2"/>
          <p:cNvSpPr/>
          <p:nvPr/>
        </p:nvSpPr>
        <p:spPr>
          <a:xfrm>
            <a:off x="457200" y="822960"/>
            <a:ext cx="8229600" cy="594360"/>
          </a:xfrm>
          <a:prstGeom prst="rect">
            <a:avLst/>
          </a:prstGeom>
          <a:noFill/>
          <a:ln/>
        </p:spPr>
        <p:txBody>
          <a:bodyPr wrap="square" lIns="0" tIns="0" rIns="0" bIns="0" rtlCol="0" anchor="ctr"/>
          <a:lstStyle/>
          <a:p>
            <a:pPr algn="ctr" indent="0" marL="0">
              <a:buNone/>
            </a:pPr>
            <a:r>
              <a:rPr lang="en-US" sz="3200" dirty="0">
                <a:solidFill>
                  <a:srgbClr val="5C1A1B"/>
                </a:solidFill>
                <a:latin typeface="Cormorant Garamond" pitchFamily="34" charset="0"/>
                <a:ea typeface="Cormorant Garamond" pitchFamily="34" charset="-122"/>
                <a:cs typeface="Cormorant Garamond" pitchFamily="34" charset="-120"/>
              </a:rPr>
              <a:t>Nacido de Santa María Virgen</a:t>
            </a:r>
            <a:endParaRPr lang="en-US" sz="3200" dirty="0"/>
          </a:p>
        </p:txBody>
      </p:sp>
      <p:sp>
        <p:nvSpPr>
          <p:cNvPr id="5" name="Shape 3"/>
          <p:cNvSpPr/>
          <p:nvPr/>
        </p:nvSpPr>
        <p:spPr>
          <a:xfrm>
            <a:off x="3886200" y="1508760"/>
            <a:ext cx="1371600" cy="0"/>
          </a:xfrm>
          <a:prstGeom prst="line">
            <a:avLst/>
          </a:prstGeom>
          <a:noFill/>
          <a:ln w="9525">
            <a:solidFill>
              <a:srgbClr val="B5A285"/>
            </a:solidFill>
            <a:prstDash val="solid"/>
          </a:ln>
        </p:spPr>
      </p:sp>
      <p:sp>
        <p:nvSpPr>
          <p:cNvPr id="6" name="Text 4"/>
          <p:cNvSpPr/>
          <p:nvPr/>
        </p:nvSpPr>
        <p:spPr>
          <a:xfrm>
            <a:off x="731520" y="1783080"/>
            <a:ext cx="7680960" cy="777240"/>
          </a:xfrm>
          <a:prstGeom prst="rect">
            <a:avLst/>
          </a:prstGeom>
          <a:noFill/>
          <a:ln/>
        </p:spPr>
        <p:txBody>
          <a:bodyPr wrap="square" lIns="0" tIns="0" rIns="0" bIns="0" rtlCol="0" anchor="ctr"/>
          <a:lstStyle/>
          <a:p>
            <a:pPr algn="ctr" indent="0" marL="0">
              <a:buNone/>
            </a:pPr>
            <a:r>
              <a:rPr lang="en-US" sz="1800" i="1" dirty="0">
                <a:solidFill>
                  <a:srgbClr val="5C1A1B"/>
                </a:solidFill>
                <a:latin typeface="EB Garamond" pitchFamily="34" charset="0"/>
                <a:ea typeface="EB Garamond" pitchFamily="34" charset="-122"/>
                <a:cs typeface="EB Garamond" pitchFamily="34" charset="-120"/>
              </a:rPr>
              <a:t>«Quien llama a María Madre de Dios confiesa con ello que su hijo Jesús es Dios.»</a:t>
            </a:r>
            <a:endParaRPr lang="en-US" sz="1800" dirty="0"/>
          </a:p>
        </p:txBody>
      </p:sp>
      <p:sp>
        <p:nvSpPr>
          <p:cNvPr id="7" name="Text 5"/>
          <p:cNvSpPr/>
          <p:nvPr/>
        </p:nvSpPr>
        <p:spPr>
          <a:xfrm>
            <a:off x="457200" y="2606040"/>
            <a:ext cx="8229600" cy="228600"/>
          </a:xfrm>
          <a:prstGeom prst="rect">
            <a:avLst/>
          </a:prstGeom>
          <a:noFill/>
          <a:ln/>
        </p:spPr>
        <p:txBody>
          <a:bodyPr wrap="square" lIns="0" tIns="0" rIns="0" bIns="0" rtlCol="0" anchor="ctr"/>
          <a:lstStyle/>
          <a:p>
            <a:pPr algn="ctr" indent="0" marL="0">
              <a:buNone/>
            </a:pPr>
            <a:r>
              <a:rPr lang="en-US" sz="900" spc="300" kern="0" dirty="0">
                <a:solidFill>
                  <a:srgbClr val="8A7560"/>
                </a:solidFill>
                <a:latin typeface="JetBrains Mono" pitchFamily="34" charset="0"/>
                <a:ea typeface="JetBrains Mono" pitchFamily="34" charset="-122"/>
                <a:cs typeface="JetBrains Mono" pitchFamily="34" charset="-120"/>
              </a:rPr>
              <a:t>YOUCAT 82</a:t>
            </a:r>
            <a:endParaRPr lang="en-US" sz="900" dirty="0"/>
          </a:p>
        </p:txBody>
      </p:sp>
      <p:sp>
        <p:nvSpPr>
          <p:cNvPr id="8" name="Text 6"/>
          <p:cNvSpPr/>
          <p:nvPr/>
        </p:nvSpPr>
        <p:spPr>
          <a:xfrm>
            <a:off x="457200" y="2971800"/>
            <a:ext cx="3886200" cy="365760"/>
          </a:xfrm>
          <a:prstGeom prst="rect">
            <a:avLst/>
          </a:prstGeom>
          <a:noFill/>
          <a:ln/>
        </p:spPr>
        <p:txBody>
          <a:bodyPr wrap="square" lIns="0" tIns="0" rIns="0" bIns="0" rtlCol="0" anchor="ctr"/>
          <a:lstStyle/>
          <a:p>
            <a:pPr algn="ctr" indent="0" marL="0">
              <a:buNone/>
            </a:pPr>
            <a:r>
              <a:rPr lang="en-US" sz="1800" dirty="0">
                <a:solidFill>
                  <a:srgbClr val="A8915C"/>
                </a:solidFill>
                <a:latin typeface="Cormorant Garamond" pitchFamily="34" charset="0"/>
                <a:ea typeface="Cormorant Garamond" pitchFamily="34" charset="-122"/>
                <a:cs typeface="Cormorant Garamond" pitchFamily="34" charset="-120"/>
              </a:rPr>
              <a:t>María, la Madre</a:t>
            </a:r>
            <a:endParaRPr lang="en-US" sz="1800" dirty="0"/>
          </a:p>
        </p:txBody>
      </p:sp>
      <p:sp>
        <p:nvSpPr>
          <p:cNvPr id="9" name="Text 7"/>
          <p:cNvSpPr/>
          <p:nvPr/>
        </p:nvSpPr>
        <p:spPr>
          <a:xfrm>
            <a:off x="365760" y="3337560"/>
            <a:ext cx="4069080" cy="1188720"/>
          </a:xfrm>
          <a:prstGeom prst="rect">
            <a:avLst/>
          </a:prstGeom>
          <a:noFill/>
          <a:ln/>
        </p:spPr>
        <p:txBody>
          <a:bodyPr wrap="square" lIns="0" tIns="0" rIns="0" bIns="0" rtlCol="0" anchor="ctr"/>
          <a:lstStyle/>
          <a:p>
            <a:pPr algn="ctr" indent="0" marL="0">
              <a:buNone/>
            </a:pPr>
            <a:r>
              <a:rPr lang="en-US" sz="1300" dirty="0">
                <a:solidFill>
                  <a:srgbClr val="5C1A1B"/>
                </a:solidFill>
                <a:latin typeface="EB Garamond" pitchFamily="34" charset="0"/>
                <a:ea typeface="EB Garamond" pitchFamily="34" charset="-122"/>
                <a:cs typeface="EB Garamond" pitchFamily="34" charset="-120"/>
              </a:rPr>
              <a:t>«El Hijo del Altísimo será llamado santo, llamado Hijo de Dios» (Lc 1, 35). Por su maternidad divina, María es verdaderamente Madre de Dios (Theotokos).</a:t>
            </a:r>
            <a:endParaRPr lang="en-US" sz="1300" dirty="0"/>
          </a:p>
        </p:txBody>
      </p:sp>
      <p:sp>
        <p:nvSpPr>
          <p:cNvPr id="10" name="Text 8"/>
          <p:cNvSpPr/>
          <p:nvPr/>
        </p:nvSpPr>
        <p:spPr>
          <a:xfrm>
            <a:off x="4800600" y="2971800"/>
            <a:ext cx="3886200" cy="365760"/>
          </a:xfrm>
          <a:prstGeom prst="rect">
            <a:avLst/>
          </a:prstGeom>
          <a:noFill/>
          <a:ln/>
        </p:spPr>
        <p:txBody>
          <a:bodyPr wrap="square" lIns="0" tIns="0" rIns="0" bIns="0" rtlCol="0" anchor="ctr"/>
          <a:lstStyle/>
          <a:p>
            <a:pPr algn="ctr" indent="0" marL="0">
              <a:buNone/>
            </a:pPr>
            <a:r>
              <a:rPr lang="en-US" sz="1800" dirty="0">
                <a:solidFill>
                  <a:srgbClr val="A8915C"/>
                </a:solidFill>
                <a:latin typeface="Cormorant Garamond" pitchFamily="34" charset="0"/>
                <a:ea typeface="Cormorant Garamond" pitchFamily="34" charset="-122"/>
                <a:cs typeface="Cormorant Garamond" pitchFamily="34" charset="-120"/>
              </a:rPr>
              <a:t>María, nuestra madre</a:t>
            </a:r>
            <a:endParaRPr lang="en-US" sz="1800" dirty="0"/>
          </a:p>
        </p:txBody>
      </p:sp>
      <p:sp>
        <p:nvSpPr>
          <p:cNvPr id="11" name="Text 9"/>
          <p:cNvSpPr/>
          <p:nvPr/>
        </p:nvSpPr>
        <p:spPr>
          <a:xfrm>
            <a:off x="4709160" y="3337560"/>
            <a:ext cx="4069080" cy="1188720"/>
          </a:xfrm>
          <a:prstGeom prst="rect">
            <a:avLst/>
          </a:prstGeom>
          <a:noFill/>
          <a:ln/>
        </p:spPr>
        <p:txBody>
          <a:bodyPr wrap="square" lIns="0" tIns="0" rIns="0" bIns="0" rtlCol="0" anchor="ctr"/>
          <a:lstStyle/>
          <a:p>
            <a:pPr algn="ctr" indent="0" marL="0">
              <a:buNone/>
            </a:pPr>
            <a:r>
              <a:rPr lang="en-US" sz="1300" dirty="0">
                <a:solidFill>
                  <a:srgbClr val="5C1A1B"/>
                </a:solidFill>
                <a:latin typeface="EB Garamond" pitchFamily="34" charset="0"/>
                <a:ea typeface="EB Garamond" pitchFamily="34" charset="-122"/>
                <a:cs typeface="EB Garamond" pitchFamily="34" charset="-120"/>
              </a:rPr>
              <a:t>«Mujer, ahí tienes a tu hijo [...]. Ahí tienes a tu madre» (Jn 19, 26-27). Cristo nos la dio como madre en la persona del discípulo amado.</a:t>
            </a:r>
            <a:endParaRPr lang="en-US" sz="1300" dirty="0"/>
          </a:p>
        </p:txBody>
      </p:sp>
      <p:sp>
        <p:nvSpPr>
          <p:cNvPr id="12" name="Text 10"/>
          <p:cNvSpPr/>
          <p:nvPr/>
        </p:nvSpPr>
        <p:spPr>
          <a:xfrm>
            <a:off x="457200" y="4663440"/>
            <a:ext cx="8229600" cy="228600"/>
          </a:xfrm>
          <a:prstGeom prst="rect">
            <a:avLst/>
          </a:prstGeom>
          <a:noFill/>
          <a:ln/>
        </p:spPr>
        <p:txBody>
          <a:bodyPr wrap="square" lIns="0" tIns="0" rIns="0" bIns="0" rtlCol="0" anchor="ctr"/>
          <a:lstStyle/>
          <a:p>
            <a:pPr algn="ctr" indent="0" marL="0">
              <a:buNone/>
            </a:pPr>
            <a:r>
              <a:rPr lang="en-US" sz="1000" spc="400" kern="0" dirty="0">
                <a:solidFill>
                  <a:srgbClr val="8A7560"/>
                </a:solidFill>
                <a:latin typeface="JetBrains Mono" pitchFamily="34" charset="0"/>
                <a:ea typeface="JetBrains Mono" pitchFamily="34" charset="-122"/>
                <a:cs typeface="JetBrains Mono" pitchFamily="34" charset="-120"/>
              </a:rPr>
              <a:t>CEC 487-511 · YOUCAT 80-85</a:t>
            </a:r>
            <a:endParaRPr lang="en-US" sz="1000" dirty="0"/>
          </a:p>
        </p:txBody>
      </p:sp>
      <p:sp>
        <p:nvSpPr>
          <p:cNvPr id="13" name="Text 11"/>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17 / 30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Shape 1"/>
          <p:cNvSpPr/>
          <p:nvPr/>
        </p:nvSpPr>
        <p:spPr>
          <a:xfrm>
            <a:off x="4320540" y="1062990"/>
            <a:ext cx="502920" cy="251460"/>
          </a:xfrm>
          <a:prstGeom prst="oval">
            <a:avLst/>
          </a:prstGeom>
          <a:ln w="13970">
            <a:solidFill>
              <a:srgbClr val="A8915C"/>
            </a:solidFill>
            <a:prstDash val="solid"/>
          </a:ln>
        </p:spPr>
      </p:sp>
      <p:sp>
        <p:nvSpPr>
          <p:cNvPr id="4" name="Shape 2"/>
          <p:cNvSpPr/>
          <p:nvPr/>
        </p:nvSpPr>
        <p:spPr>
          <a:xfrm>
            <a:off x="4777740" y="1062990"/>
            <a:ext cx="164592" cy="251460"/>
          </a:xfrm>
          <a:prstGeom prst="rtTriangle">
            <a:avLst/>
          </a:prstGeom>
          <a:ln w="13970">
            <a:solidFill>
              <a:srgbClr val="A8915C"/>
            </a:solidFill>
            <a:prstDash val="solid"/>
          </a:ln>
        </p:spPr>
      </p:sp>
      <p:sp>
        <p:nvSpPr>
          <p:cNvPr id="5" name="Text 3"/>
          <p:cNvSpPr/>
          <p:nvPr/>
        </p:nvSpPr>
        <p:spPr>
          <a:xfrm>
            <a:off x="457200" y="1874520"/>
            <a:ext cx="8229600" cy="274320"/>
          </a:xfrm>
          <a:prstGeom prst="rect">
            <a:avLst/>
          </a:prstGeom>
          <a:noFill/>
          <a:ln/>
        </p:spPr>
        <p:txBody>
          <a:bodyPr wrap="square" lIns="0" tIns="0" rIns="0" bIns="0" rtlCol="0" anchor="ctr"/>
          <a:lstStyle/>
          <a:p>
            <a:pPr algn="ctr" indent="0" marL="0">
              <a:buNone/>
            </a:pPr>
            <a:r>
              <a:rPr lang="en-US" sz="1000" spc="600" kern="0" dirty="0">
                <a:solidFill>
                  <a:srgbClr val="8A7560"/>
                </a:solidFill>
                <a:latin typeface="JetBrains Mono" pitchFamily="34" charset="0"/>
                <a:ea typeface="JetBrains Mono" pitchFamily="34" charset="-122"/>
                <a:cs typeface="JetBrains Mono" pitchFamily="34" charset="-120"/>
              </a:rPr>
              <a:t>REFLEXIÓN</a:t>
            </a:r>
            <a:endParaRPr lang="en-US" sz="1000" dirty="0"/>
          </a:p>
        </p:txBody>
      </p:sp>
      <p:sp>
        <p:nvSpPr>
          <p:cNvPr id="6" name="Text 4"/>
          <p:cNvSpPr/>
          <p:nvPr/>
        </p:nvSpPr>
        <p:spPr>
          <a:xfrm>
            <a:off x="457200" y="2148840"/>
            <a:ext cx="8229600" cy="594360"/>
          </a:xfrm>
          <a:prstGeom prst="rect">
            <a:avLst/>
          </a:prstGeom>
          <a:noFill/>
          <a:ln/>
        </p:spPr>
        <p:txBody>
          <a:bodyPr wrap="square" lIns="0" tIns="0" rIns="0" bIns="0" rtlCol="0" anchor="ctr"/>
          <a:lstStyle/>
          <a:p>
            <a:pPr algn="ctr" indent="0" marL="0">
              <a:buNone/>
            </a:pPr>
            <a:r>
              <a:rPr lang="en-US" sz="3200" dirty="0">
                <a:solidFill>
                  <a:srgbClr val="5C1A1B"/>
                </a:solidFill>
                <a:latin typeface="Cormorant Garamond" pitchFamily="34" charset="0"/>
                <a:ea typeface="Cormorant Garamond" pitchFamily="34" charset="-122"/>
                <a:cs typeface="Cormorant Garamond" pitchFamily="34" charset="-120"/>
              </a:rPr>
              <a:t>Los treinta años ocultos</a:t>
            </a:r>
            <a:endParaRPr lang="en-US" sz="3200" dirty="0"/>
          </a:p>
        </p:txBody>
      </p:sp>
      <p:sp>
        <p:nvSpPr>
          <p:cNvPr id="7" name="Shape 5"/>
          <p:cNvSpPr/>
          <p:nvPr/>
        </p:nvSpPr>
        <p:spPr>
          <a:xfrm>
            <a:off x="4023360" y="2834640"/>
            <a:ext cx="1097280" cy="0"/>
          </a:xfrm>
          <a:prstGeom prst="line">
            <a:avLst/>
          </a:prstGeom>
          <a:noFill/>
          <a:ln w="9525">
            <a:solidFill>
              <a:srgbClr val="B5A285"/>
            </a:solidFill>
            <a:prstDash val="solid"/>
          </a:ln>
        </p:spPr>
      </p:sp>
      <p:sp>
        <p:nvSpPr>
          <p:cNvPr id="8" name="Text 6"/>
          <p:cNvSpPr/>
          <p:nvPr/>
        </p:nvSpPr>
        <p:spPr>
          <a:xfrm>
            <a:off x="914400" y="3063240"/>
            <a:ext cx="7315200" cy="1188720"/>
          </a:xfrm>
          <a:prstGeom prst="rect">
            <a:avLst/>
          </a:prstGeom>
          <a:noFill/>
          <a:ln/>
        </p:spPr>
        <p:txBody>
          <a:bodyPr wrap="square" lIns="0" tIns="0" rIns="0" bIns="0" rtlCol="0" anchor="ctr"/>
          <a:lstStyle/>
          <a:p>
            <a:pPr algn="ctr" indent="0" marL="0">
              <a:buNone/>
            </a:pPr>
            <a:r>
              <a:rPr lang="en-US" sz="1800" i="1" dirty="0">
                <a:solidFill>
                  <a:srgbClr val="5C1A1B"/>
                </a:solidFill>
                <a:latin typeface="Cormorant Garamond" pitchFamily="34" charset="0"/>
                <a:ea typeface="Cormorant Garamond" pitchFamily="34" charset="-122"/>
                <a:cs typeface="Cormorant Garamond" pitchFamily="34" charset="-120"/>
              </a:rPr>
              <a:t>«Jesús quería compartir con nosotros su vida y santificar con ello nuestra vida cotidiana: el trabajo, la familia, el silencio de Nazaret, las comidas, las oraciones del sábado.»</a:t>
            </a:r>
            <a:endParaRPr lang="en-US" sz="1800" dirty="0"/>
          </a:p>
        </p:txBody>
      </p:sp>
      <p:sp>
        <p:nvSpPr>
          <p:cNvPr id="9" name="Text 7"/>
          <p:cNvSpPr/>
          <p:nvPr/>
        </p:nvSpPr>
        <p:spPr>
          <a:xfrm>
            <a:off x="457200" y="4251960"/>
            <a:ext cx="8229600" cy="274320"/>
          </a:xfrm>
          <a:prstGeom prst="rect">
            <a:avLst/>
          </a:prstGeom>
          <a:noFill/>
          <a:ln/>
        </p:spPr>
        <p:txBody>
          <a:bodyPr wrap="square" lIns="0" tIns="0" rIns="0" bIns="0" rtlCol="0" anchor="ctr"/>
          <a:lstStyle/>
          <a:p>
            <a:pPr algn="ctr" indent="0" marL="0">
              <a:buNone/>
            </a:pPr>
            <a:r>
              <a:rPr lang="en-US" sz="1000" spc="300" kern="0" dirty="0">
                <a:solidFill>
                  <a:srgbClr val="8A7560"/>
                </a:solidFill>
                <a:latin typeface="JetBrains Mono" pitchFamily="34" charset="0"/>
                <a:ea typeface="JetBrains Mono" pitchFamily="34" charset="-122"/>
                <a:cs typeface="JetBrains Mono" pitchFamily="34" charset="-120"/>
              </a:rPr>
              <a:t>-- YOUCAT 86</a:t>
            </a:r>
            <a:endParaRPr lang="en-US" sz="1000" dirty="0"/>
          </a:p>
        </p:txBody>
      </p:sp>
      <p:sp>
        <p:nvSpPr>
          <p:cNvPr id="10" name="Text 8"/>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18 / 30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502920"/>
            <a:ext cx="8229600" cy="274320"/>
          </a:xfrm>
          <a:prstGeom prst="rect">
            <a:avLst/>
          </a:prstGeom>
          <a:noFill/>
          <a:ln/>
        </p:spPr>
        <p:txBody>
          <a:bodyPr wrap="square" lIns="0" tIns="0" rIns="0" bIns="0" rtlCol="0" anchor="ctr"/>
          <a:lstStyle/>
          <a:p>
            <a:pPr algn="ctr" indent="0" marL="0">
              <a:buNone/>
            </a:pPr>
            <a:r>
              <a:rPr lang="en-US" sz="900" spc="500" kern="0" dirty="0">
                <a:solidFill>
                  <a:srgbClr val="8A7560"/>
                </a:solidFill>
                <a:latin typeface="JetBrains Mono" pitchFamily="34" charset="0"/>
                <a:ea typeface="JetBrains Mono" pitchFamily="34" charset="-122"/>
                <a:cs typeface="JetBrains Mono" pitchFamily="34" charset="-120"/>
              </a:rPr>
              <a:t>LA VIDA PÚBLICA -- EL COMIENZO</a:t>
            </a:r>
            <a:endParaRPr lang="en-US" sz="900" dirty="0"/>
          </a:p>
        </p:txBody>
      </p:sp>
      <p:sp>
        <p:nvSpPr>
          <p:cNvPr id="4" name="Text 2"/>
          <p:cNvSpPr/>
          <p:nvPr/>
        </p:nvSpPr>
        <p:spPr>
          <a:xfrm>
            <a:off x="457200" y="822960"/>
            <a:ext cx="8229600" cy="594360"/>
          </a:xfrm>
          <a:prstGeom prst="rect">
            <a:avLst/>
          </a:prstGeom>
          <a:noFill/>
          <a:ln/>
        </p:spPr>
        <p:txBody>
          <a:bodyPr wrap="square" lIns="0" tIns="0" rIns="0" bIns="0" rtlCol="0" anchor="ctr"/>
          <a:lstStyle/>
          <a:p>
            <a:pPr algn="ctr" indent="0" marL="0">
              <a:buNone/>
            </a:pPr>
            <a:r>
              <a:rPr lang="en-US" sz="2800" dirty="0">
                <a:solidFill>
                  <a:srgbClr val="5C1A1B"/>
                </a:solidFill>
                <a:latin typeface="Cormorant Garamond" pitchFamily="34" charset="0"/>
                <a:ea typeface="Cormorant Garamond" pitchFamily="34" charset="-122"/>
                <a:cs typeface="Cormorant Garamond" pitchFamily="34" charset="-120"/>
              </a:rPr>
              <a:t>Bautismo, tentaciones, transfiguración</a:t>
            </a:r>
            <a:endParaRPr lang="en-US" sz="2800" dirty="0"/>
          </a:p>
        </p:txBody>
      </p:sp>
      <p:sp>
        <p:nvSpPr>
          <p:cNvPr id="5" name="Shape 3"/>
          <p:cNvSpPr/>
          <p:nvPr/>
        </p:nvSpPr>
        <p:spPr>
          <a:xfrm>
            <a:off x="3886200" y="1508760"/>
            <a:ext cx="1371600" cy="0"/>
          </a:xfrm>
          <a:prstGeom prst="line">
            <a:avLst/>
          </a:prstGeom>
          <a:noFill/>
          <a:ln w="9525">
            <a:solidFill>
              <a:srgbClr val="B5A285"/>
            </a:solidFill>
            <a:prstDash val="solid"/>
          </a:ln>
        </p:spPr>
      </p:sp>
      <p:sp>
        <p:nvSpPr>
          <p:cNvPr id="6" name="Text 4"/>
          <p:cNvSpPr/>
          <p:nvPr/>
        </p:nvSpPr>
        <p:spPr>
          <a:xfrm>
            <a:off x="457200" y="1783080"/>
            <a:ext cx="2194560" cy="868680"/>
          </a:xfrm>
          <a:prstGeom prst="rect">
            <a:avLst/>
          </a:prstGeom>
          <a:noFill/>
          <a:ln/>
        </p:spPr>
        <p:txBody>
          <a:bodyPr wrap="square" lIns="0" tIns="0" rIns="0" bIns="0" rtlCol="0" anchor="t"/>
          <a:lstStyle/>
          <a:p>
            <a:pPr algn="l" indent="0" marL="0">
              <a:buNone/>
            </a:pPr>
            <a:r>
              <a:rPr lang="en-US" sz="1800" dirty="0">
                <a:solidFill>
                  <a:srgbClr val="A8915C"/>
                </a:solidFill>
                <a:latin typeface="Cormorant Garamond" pitchFamily="34" charset="0"/>
                <a:ea typeface="Cormorant Garamond" pitchFamily="34" charset="-122"/>
                <a:cs typeface="Cormorant Garamond" pitchFamily="34" charset="-120"/>
              </a:rPr>
              <a:t>Bautismo</a:t>
            </a:r>
            <a:endParaRPr lang="en-US" sz="1800" dirty="0"/>
          </a:p>
        </p:txBody>
      </p:sp>
      <p:sp>
        <p:nvSpPr>
          <p:cNvPr id="7" name="Text 5"/>
          <p:cNvSpPr/>
          <p:nvPr/>
        </p:nvSpPr>
        <p:spPr>
          <a:xfrm>
            <a:off x="2743200" y="1783080"/>
            <a:ext cx="5852160" cy="868680"/>
          </a:xfrm>
          <a:prstGeom prst="rect">
            <a:avLst/>
          </a:prstGeom>
          <a:noFill/>
          <a:ln/>
        </p:spPr>
        <p:txBody>
          <a:bodyPr wrap="square" lIns="0" tIns="0" rIns="0" bIns="0" rtlCol="0" anchor="t"/>
          <a:lstStyle/>
          <a:p>
            <a:pPr algn="l" indent="0" marL="0">
              <a:buNone/>
            </a:pPr>
            <a:r>
              <a:rPr lang="en-US" sz="1300" dirty="0">
                <a:solidFill>
                  <a:srgbClr val="5C1A1B"/>
                </a:solidFill>
                <a:latin typeface="EB Garamond" pitchFamily="34" charset="0"/>
                <a:ea typeface="EB Garamond" pitchFamily="34" charset="-122"/>
                <a:cs typeface="EB Garamond" pitchFamily="34" charset="-120"/>
              </a:rPr>
              <a:t>«Tú eres mi Hijo amado, en ti tengo mi complacencia» (Mc 1, 11). Jesús se sumerge en la historia de pecado de la humanidad para redimirla.</a:t>
            </a:r>
            <a:endParaRPr lang="en-US" sz="1300" dirty="0"/>
          </a:p>
        </p:txBody>
      </p:sp>
      <p:sp>
        <p:nvSpPr>
          <p:cNvPr id="8" name="Text 6"/>
          <p:cNvSpPr/>
          <p:nvPr/>
        </p:nvSpPr>
        <p:spPr>
          <a:xfrm>
            <a:off x="457200" y="2697480"/>
            <a:ext cx="2194560" cy="868680"/>
          </a:xfrm>
          <a:prstGeom prst="rect">
            <a:avLst/>
          </a:prstGeom>
          <a:noFill/>
          <a:ln/>
        </p:spPr>
        <p:txBody>
          <a:bodyPr wrap="square" lIns="0" tIns="0" rIns="0" bIns="0" rtlCol="0" anchor="t"/>
          <a:lstStyle/>
          <a:p>
            <a:pPr algn="l" indent="0" marL="0">
              <a:buNone/>
            </a:pPr>
            <a:r>
              <a:rPr lang="en-US" sz="1800" dirty="0">
                <a:solidFill>
                  <a:srgbClr val="A8915C"/>
                </a:solidFill>
                <a:latin typeface="Cormorant Garamond" pitchFamily="34" charset="0"/>
                <a:ea typeface="Cormorant Garamond" pitchFamily="34" charset="-122"/>
                <a:cs typeface="Cormorant Garamond" pitchFamily="34" charset="-120"/>
              </a:rPr>
              <a:t>Tentaciones</a:t>
            </a:r>
            <a:endParaRPr lang="en-US" sz="1800" dirty="0"/>
          </a:p>
        </p:txBody>
      </p:sp>
      <p:sp>
        <p:nvSpPr>
          <p:cNvPr id="9" name="Text 7"/>
          <p:cNvSpPr/>
          <p:nvPr/>
        </p:nvSpPr>
        <p:spPr>
          <a:xfrm>
            <a:off x="2743200" y="2697480"/>
            <a:ext cx="5852160" cy="868680"/>
          </a:xfrm>
          <a:prstGeom prst="rect">
            <a:avLst/>
          </a:prstGeom>
          <a:noFill/>
          <a:ln/>
        </p:spPr>
        <p:txBody>
          <a:bodyPr wrap="square" lIns="0" tIns="0" rIns="0" bIns="0" rtlCol="0" anchor="t"/>
          <a:lstStyle/>
          <a:p>
            <a:pPr algn="l" indent="0" marL="0">
              <a:buNone/>
            </a:pPr>
            <a:r>
              <a:rPr lang="en-US" sz="1300" dirty="0">
                <a:solidFill>
                  <a:srgbClr val="5C1A1B"/>
                </a:solidFill>
                <a:latin typeface="EB Garamond" pitchFamily="34" charset="0"/>
                <a:ea typeface="EB Garamond" pitchFamily="34" charset="-122"/>
                <a:cs typeface="EB Garamond" pitchFamily="34" charset="-120"/>
              </a:rPr>
              <a:t>«A la verdadera humanidad de Jesús pertenece la posibilidad de ser tentado» (YOUCAT 88). Permanece libre frente al mal.</a:t>
            </a:r>
            <a:endParaRPr lang="en-US" sz="1300" dirty="0"/>
          </a:p>
        </p:txBody>
      </p:sp>
      <p:sp>
        <p:nvSpPr>
          <p:cNvPr id="10" name="Text 8"/>
          <p:cNvSpPr/>
          <p:nvPr/>
        </p:nvSpPr>
        <p:spPr>
          <a:xfrm>
            <a:off x="457200" y="3611880"/>
            <a:ext cx="2194560" cy="868680"/>
          </a:xfrm>
          <a:prstGeom prst="rect">
            <a:avLst/>
          </a:prstGeom>
          <a:noFill/>
          <a:ln/>
        </p:spPr>
        <p:txBody>
          <a:bodyPr wrap="square" lIns="0" tIns="0" rIns="0" bIns="0" rtlCol="0" anchor="t"/>
          <a:lstStyle/>
          <a:p>
            <a:pPr algn="l" indent="0" marL="0">
              <a:buNone/>
            </a:pPr>
            <a:r>
              <a:rPr lang="en-US" sz="1800" dirty="0">
                <a:solidFill>
                  <a:srgbClr val="A8915C"/>
                </a:solidFill>
                <a:latin typeface="Cormorant Garamond" pitchFamily="34" charset="0"/>
                <a:ea typeface="Cormorant Garamond" pitchFamily="34" charset="-122"/>
                <a:cs typeface="Cormorant Garamond" pitchFamily="34" charset="-120"/>
              </a:rPr>
              <a:t>Transfiguración</a:t>
            </a:r>
            <a:endParaRPr lang="en-US" sz="1800" dirty="0"/>
          </a:p>
        </p:txBody>
      </p:sp>
      <p:sp>
        <p:nvSpPr>
          <p:cNvPr id="11" name="Text 9"/>
          <p:cNvSpPr/>
          <p:nvPr/>
        </p:nvSpPr>
        <p:spPr>
          <a:xfrm>
            <a:off x="2743200" y="3611880"/>
            <a:ext cx="5852160" cy="868680"/>
          </a:xfrm>
          <a:prstGeom prst="rect">
            <a:avLst/>
          </a:prstGeom>
          <a:noFill/>
          <a:ln/>
        </p:spPr>
        <p:txBody>
          <a:bodyPr wrap="square" lIns="0" tIns="0" rIns="0" bIns="0" rtlCol="0" anchor="t"/>
          <a:lstStyle/>
          <a:p>
            <a:pPr algn="l" indent="0" marL="0">
              <a:buNone/>
            </a:pPr>
            <a:r>
              <a:rPr lang="en-US" sz="1300" dirty="0">
                <a:solidFill>
                  <a:srgbClr val="5C1A1B"/>
                </a:solidFill>
                <a:latin typeface="EB Garamond" pitchFamily="34" charset="0"/>
                <a:ea typeface="EB Garamond" pitchFamily="34" charset="-122"/>
                <a:cs typeface="EB Garamond" pitchFamily="34" charset="-120"/>
              </a:rPr>
              <a:t>«El Padre quería manifestar ya en la vida terrena de Jesús la gloria divina de su Hijo» (YOUCAT 93). La nube y la luz anticipan la Pascua.</a:t>
            </a:r>
            <a:endParaRPr lang="en-US" sz="1300" dirty="0"/>
          </a:p>
        </p:txBody>
      </p:sp>
      <p:sp>
        <p:nvSpPr>
          <p:cNvPr id="12" name="Text 10"/>
          <p:cNvSpPr/>
          <p:nvPr/>
        </p:nvSpPr>
        <p:spPr>
          <a:xfrm>
            <a:off x="457200" y="4663440"/>
            <a:ext cx="8229600" cy="228600"/>
          </a:xfrm>
          <a:prstGeom prst="rect">
            <a:avLst/>
          </a:prstGeom>
          <a:noFill/>
          <a:ln/>
        </p:spPr>
        <p:txBody>
          <a:bodyPr wrap="square" lIns="0" tIns="0" rIns="0" bIns="0" rtlCol="0" anchor="ctr"/>
          <a:lstStyle/>
          <a:p>
            <a:pPr algn="ctr" indent="0" marL="0">
              <a:buNone/>
            </a:pPr>
            <a:r>
              <a:rPr lang="en-US" sz="1000" spc="400" kern="0" dirty="0">
                <a:solidFill>
                  <a:srgbClr val="8A7560"/>
                </a:solidFill>
                <a:latin typeface="JetBrains Mono" pitchFamily="34" charset="0"/>
                <a:ea typeface="JetBrains Mono" pitchFamily="34" charset="-122"/>
                <a:cs typeface="JetBrains Mono" pitchFamily="34" charset="-120"/>
              </a:rPr>
              <a:t>CEC 535-556 · YOUCAT 87, 88, 93</a:t>
            </a:r>
            <a:endParaRPr lang="en-US" sz="1000" dirty="0"/>
          </a:p>
        </p:txBody>
      </p:sp>
      <p:sp>
        <p:nvSpPr>
          <p:cNvPr id="13" name="Text 11"/>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19 / 30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Shape 1"/>
          <p:cNvSpPr/>
          <p:nvPr/>
        </p:nvSpPr>
        <p:spPr>
          <a:xfrm>
            <a:off x="4567428" y="1737360"/>
            <a:ext cx="9144" cy="1097280"/>
          </a:xfrm>
          <a:prstGeom prst="line">
            <a:avLst/>
          </a:prstGeom>
          <a:noFill/>
          <a:ln w="15240">
            <a:solidFill>
              <a:srgbClr val="A8915C"/>
            </a:solidFill>
            <a:prstDash val="solid"/>
          </a:ln>
        </p:spPr>
      </p:sp>
      <p:sp>
        <p:nvSpPr>
          <p:cNvPr id="4" name="Shape 2"/>
          <p:cNvSpPr/>
          <p:nvPr/>
        </p:nvSpPr>
        <p:spPr>
          <a:xfrm>
            <a:off x="4149969" y="2281428"/>
            <a:ext cx="844062" cy="9144"/>
          </a:xfrm>
          <a:prstGeom prst="line">
            <a:avLst/>
          </a:prstGeom>
          <a:noFill/>
          <a:ln w="15240">
            <a:solidFill>
              <a:srgbClr val="A8915C"/>
            </a:solidFill>
            <a:prstDash val="solid"/>
          </a:ln>
        </p:spPr>
      </p:sp>
      <p:sp>
        <p:nvSpPr>
          <p:cNvPr id="5" name="Text 3"/>
          <p:cNvSpPr/>
          <p:nvPr/>
        </p:nvSpPr>
        <p:spPr>
          <a:xfrm>
            <a:off x="457200" y="3246120"/>
            <a:ext cx="8229600" cy="320040"/>
          </a:xfrm>
          <a:prstGeom prst="rect">
            <a:avLst/>
          </a:prstGeom>
          <a:noFill/>
          <a:ln/>
        </p:spPr>
        <p:txBody>
          <a:bodyPr wrap="square" lIns="0" tIns="0" rIns="0" bIns="0" rtlCol="0" anchor="ctr"/>
          <a:lstStyle/>
          <a:p>
            <a:pPr algn="ctr" indent="0" marL="0">
              <a:buNone/>
            </a:pPr>
            <a:r>
              <a:rPr lang="en-US" sz="1000" spc="600" kern="0" dirty="0">
                <a:solidFill>
                  <a:srgbClr val="8A7560"/>
                </a:solidFill>
                <a:latin typeface="JetBrains Mono" pitchFamily="34" charset="0"/>
                <a:ea typeface="JetBrains Mono" pitchFamily="34" charset="-122"/>
                <a:cs typeface="JetBrains Mono" pitchFamily="34" charset="-120"/>
              </a:rPr>
              <a:t>TERCERA PARTE</a:t>
            </a:r>
            <a:endParaRPr lang="en-US" sz="1000" dirty="0"/>
          </a:p>
        </p:txBody>
      </p:sp>
      <p:sp>
        <p:nvSpPr>
          <p:cNvPr id="6" name="Text 4"/>
          <p:cNvSpPr/>
          <p:nvPr/>
        </p:nvSpPr>
        <p:spPr>
          <a:xfrm>
            <a:off x="457200" y="3566160"/>
            <a:ext cx="8229600" cy="502920"/>
          </a:xfrm>
          <a:prstGeom prst="rect">
            <a:avLst/>
          </a:prstGeom>
          <a:noFill/>
          <a:ln/>
        </p:spPr>
        <p:txBody>
          <a:bodyPr wrap="square" lIns="0" tIns="0" rIns="0" bIns="0" rtlCol="0" anchor="ctr"/>
          <a:lstStyle/>
          <a:p>
            <a:pPr algn="ctr" indent="0" marL="0">
              <a:buNone/>
            </a:pPr>
            <a:r>
              <a:rPr lang="en-US" sz="3200" dirty="0">
                <a:solidFill>
                  <a:srgbClr val="5C1A1B"/>
                </a:solidFill>
                <a:latin typeface="Cormorant Garamond" pitchFamily="34" charset="0"/>
                <a:ea typeface="Cormorant Garamond" pitchFamily="34" charset="-122"/>
                <a:cs typeface="Cormorant Garamond" pitchFamily="34" charset="-120"/>
              </a:rPr>
              <a:t>La Pascua del Señor</a:t>
            </a:r>
            <a:endParaRPr lang="en-US" sz="3200" dirty="0"/>
          </a:p>
        </p:txBody>
      </p:sp>
      <p:sp>
        <p:nvSpPr>
          <p:cNvPr id="7" name="Shape 5"/>
          <p:cNvSpPr/>
          <p:nvPr/>
        </p:nvSpPr>
        <p:spPr>
          <a:xfrm>
            <a:off x="3886200" y="4251960"/>
            <a:ext cx="1371600" cy="0"/>
          </a:xfrm>
          <a:prstGeom prst="line">
            <a:avLst/>
          </a:prstGeom>
          <a:noFill/>
          <a:ln w="9525">
            <a:solidFill>
              <a:srgbClr val="B5A285"/>
            </a:solidFill>
            <a:prstDash val="solid"/>
          </a:ln>
        </p:spPr>
      </p:sp>
      <p:sp>
        <p:nvSpPr>
          <p:cNvPr id="8" name="Text 6"/>
          <p:cNvSpPr/>
          <p:nvPr/>
        </p:nvSpPr>
        <p:spPr>
          <a:xfrm>
            <a:off x="457200" y="4389120"/>
            <a:ext cx="8229600" cy="274320"/>
          </a:xfrm>
          <a:prstGeom prst="rect">
            <a:avLst/>
          </a:prstGeom>
          <a:noFill/>
          <a:ln/>
        </p:spPr>
        <p:txBody>
          <a:bodyPr wrap="square" lIns="0" tIns="0" rIns="0" bIns="0" rtlCol="0" anchor="ctr"/>
          <a:lstStyle/>
          <a:p>
            <a:pPr algn="ctr" indent="0" marL="0">
              <a:buNone/>
            </a:pPr>
            <a:r>
              <a:rPr lang="en-US" sz="1400" i="1" dirty="0">
                <a:solidFill>
                  <a:srgbClr val="8A7560"/>
                </a:solidFill>
                <a:latin typeface="Cormorant Garamond" pitchFamily="34" charset="0"/>
                <a:ea typeface="Cormorant Garamond" pitchFamily="34" charset="-122"/>
                <a:cs typeface="Cormorant Garamond" pitchFamily="34" charset="-120"/>
              </a:rPr>
              <a:t>Pasión · Cruz · Muerte · Sepultura · Resurrección · Ascensión</a:t>
            </a:r>
            <a:endParaRPr lang="en-US" sz="1400" dirty="0"/>
          </a:p>
        </p:txBody>
      </p:sp>
      <p:sp>
        <p:nvSpPr>
          <p:cNvPr id="9" name="Text 7"/>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20 / 30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502920"/>
            <a:ext cx="8229600" cy="274320"/>
          </a:xfrm>
          <a:prstGeom prst="rect">
            <a:avLst/>
          </a:prstGeom>
          <a:noFill/>
          <a:ln/>
        </p:spPr>
        <p:txBody>
          <a:bodyPr wrap="square" lIns="0" tIns="0" rIns="0" bIns="0" rtlCol="0" anchor="ctr"/>
          <a:lstStyle/>
          <a:p>
            <a:pPr algn="ctr" indent="0" marL="0">
              <a:buNone/>
            </a:pPr>
            <a:r>
              <a:rPr lang="en-US" sz="900" spc="500" kern="0" dirty="0">
                <a:solidFill>
                  <a:srgbClr val="8A7560"/>
                </a:solidFill>
                <a:latin typeface="JetBrains Mono" pitchFamily="34" charset="0"/>
                <a:ea typeface="JetBrains Mono" pitchFamily="34" charset="-122"/>
                <a:cs typeface="JetBrains Mono" pitchFamily="34" charset="-120"/>
              </a:rPr>
              <a:t>LA PASIÓN -- ARTÍCULO 4</a:t>
            </a:r>
            <a:endParaRPr lang="en-US" sz="900" dirty="0"/>
          </a:p>
        </p:txBody>
      </p:sp>
      <p:sp>
        <p:nvSpPr>
          <p:cNvPr id="4" name="Text 2"/>
          <p:cNvSpPr/>
          <p:nvPr/>
        </p:nvSpPr>
        <p:spPr>
          <a:xfrm>
            <a:off x="457200" y="822960"/>
            <a:ext cx="8229600" cy="594360"/>
          </a:xfrm>
          <a:prstGeom prst="rect">
            <a:avLst/>
          </a:prstGeom>
          <a:noFill/>
          <a:ln/>
        </p:spPr>
        <p:txBody>
          <a:bodyPr wrap="square" lIns="0" tIns="0" rIns="0" bIns="0" rtlCol="0" anchor="ctr"/>
          <a:lstStyle/>
          <a:p>
            <a:pPr algn="ctr" indent="0" marL="0">
              <a:buNone/>
            </a:pPr>
            <a:r>
              <a:rPr lang="en-US" sz="3400" dirty="0">
                <a:solidFill>
                  <a:srgbClr val="5C1A1B"/>
                </a:solidFill>
                <a:latin typeface="Cormorant Garamond" pitchFamily="34" charset="0"/>
                <a:ea typeface="Cormorant Garamond" pitchFamily="34" charset="-122"/>
                <a:cs typeface="Cormorant Garamond" pitchFamily="34" charset="-120"/>
              </a:rPr>
              <a:t>Padeció bajo Poncio Pilato</a:t>
            </a:r>
            <a:endParaRPr lang="en-US" sz="3400" dirty="0"/>
          </a:p>
        </p:txBody>
      </p:sp>
      <p:sp>
        <p:nvSpPr>
          <p:cNvPr id="5" name="Text 3"/>
          <p:cNvSpPr/>
          <p:nvPr/>
        </p:nvSpPr>
        <p:spPr>
          <a:xfrm>
            <a:off x="457200" y="1417320"/>
            <a:ext cx="8229600" cy="411480"/>
          </a:xfrm>
          <a:prstGeom prst="rect">
            <a:avLst/>
          </a:prstGeom>
          <a:noFill/>
          <a:ln/>
        </p:spPr>
        <p:txBody>
          <a:bodyPr wrap="square" lIns="0" tIns="0" rIns="0" bIns="0" rtlCol="0" anchor="ctr"/>
          <a:lstStyle/>
          <a:p>
            <a:pPr algn="ctr" indent="0" marL="0">
              <a:buNone/>
            </a:pPr>
            <a:r>
              <a:rPr lang="en-US" sz="2000" i="1" dirty="0">
                <a:solidFill>
                  <a:srgbClr val="73201D"/>
                </a:solidFill>
                <a:latin typeface="Cormorant Garamond" pitchFamily="34" charset="0"/>
                <a:ea typeface="Cormorant Garamond" pitchFamily="34" charset="-122"/>
                <a:cs typeface="Cormorant Garamond" pitchFamily="34" charset="-120"/>
              </a:rPr>
              <a:t>fue crucificado, muerto y sepultado</a:t>
            </a:r>
            <a:endParaRPr lang="en-US" sz="2000" dirty="0"/>
          </a:p>
        </p:txBody>
      </p:sp>
      <p:sp>
        <p:nvSpPr>
          <p:cNvPr id="6" name="Shape 4"/>
          <p:cNvSpPr/>
          <p:nvPr/>
        </p:nvSpPr>
        <p:spPr>
          <a:xfrm>
            <a:off x="4023360" y="1965960"/>
            <a:ext cx="1097280" cy="0"/>
          </a:xfrm>
          <a:prstGeom prst="line">
            <a:avLst/>
          </a:prstGeom>
          <a:noFill/>
          <a:ln w="9525">
            <a:solidFill>
              <a:srgbClr val="B5A285"/>
            </a:solidFill>
            <a:prstDash val="solid"/>
          </a:ln>
        </p:spPr>
      </p:sp>
      <p:sp>
        <p:nvSpPr>
          <p:cNvPr id="7" name="Text 5"/>
          <p:cNvSpPr/>
          <p:nvPr/>
        </p:nvSpPr>
        <p:spPr>
          <a:xfrm>
            <a:off x="731520" y="2240280"/>
            <a:ext cx="7680960" cy="1097280"/>
          </a:xfrm>
          <a:prstGeom prst="rect">
            <a:avLst/>
          </a:prstGeom>
          <a:noFill/>
          <a:ln/>
        </p:spPr>
        <p:txBody>
          <a:bodyPr wrap="square" lIns="0" tIns="0" rIns="0" bIns="0" rtlCol="0" anchor="ctr"/>
          <a:lstStyle/>
          <a:p>
            <a:pPr algn="ctr" indent="0" marL="0">
              <a:buNone/>
            </a:pPr>
            <a:r>
              <a:rPr lang="en-US" sz="1500" i="1" dirty="0">
                <a:solidFill>
                  <a:srgbClr val="5C1A1B"/>
                </a:solidFill>
                <a:latin typeface="EB Garamond" pitchFamily="34" charset="0"/>
                <a:ea typeface="EB Garamond" pitchFamily="34" charset="-122"/>
                <a:cs typeface="EB Garamond" pitchFamily="34" charset="-120"/>
              </a:rPr>
              <a:t>«Jesús fue entregado conforme al plan que Dios tenía establecido y previsto» (Hch 2, 23). La pasión no acontece por desgraciadas circunstancias externas, sino por el designio eterno de salvación.</a:t>
            </a:r>
            <a:endParaRPr lang="en-US" sz="1500" dirty="0"/>
          </a:p>
        </p:txBody>
      </p:sp>
      <p:sp>
        <p:nvSpPr>
          <p:cNvPr id="8" name="Text 6"/>
          <p:cNvSpPr/>
          <p:nvPr/>
        </p:nvSpPr>
        <p:spPr>
          <a:xfrm>
            <a:off x="594360" y="3429000"/>
            <a:ext cx="1920240" cy="347472"/>
          </a:xfrm>
          <a:prstGeom prst="rect">
            <a:avLst/>
          </a:prstGeom>
          <a:noFill/>
          <a:ln/>
        </p:spPr>
        <p:txBody>
          <a:bodyPr wrap="square" lIns="0" tIns="0" rIns="0" bIns="0" rtlCol="0" anchor="ctr"/>
          <a:lstStyle/>
          <a:p>
            <a:pPr algn="l" indent="0" marL="0">
              <a:buNone/>
            </a:pPr>
            <a:r>
              <a:rPr lang="en-US" sz="1400" dirty="0">
                <a:solidFill>
                  <a:srgbClr val="A8915C"/>
                </a:solidFill>
                <a:latin typeface="Cormorant Garamond" pitchFamily="34" charset="0"/>
                <a:ea typeface="Cormorant Garamond" pitchFamily="34" charset="-122"/>
                <a:cs typeface="Cormorant Garamond" pitchFamily="34" charset="-120"/>
              </a:rPr>
              <a:t>Histórico</a:t>
            </a:r>
            <a:endParaRPr lang="en-US" sz="1400" dirty="0"/>
          </a:p>
        </p:txBody>
      </p:sp>
      <p:sp>
        <p:nvSpPr>
          <p:cNvPr id="9" name="Text 7"/>
          <p:cNvSpPr/>
          <p:nvPr/>
        </p:nvSpPr>
        <p:spPr>
          <a:xfrm>
            <a:off x="2606040" y="3429000"/>
            <a:ext cx="5989320" cy="347472"/>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Jesús fue condenado a muerte bajo el procurador romano Poncio Pilato, durante el reinado del emperador Tiberio.</a:t>
            </a:r>
            <a:endParaRPr lang="en-US" sz="1200" dirty="0"/>
          </a:p>
        </p:txBody>
      </p:sp>
      <p:sp>
        <p:nvSpPr>
          <p:cNvPr id="10" name="Text 8"/>
          <p:cNvSpPr/>
          <p:nvPr/>
        </p:nvSpPr>
        <p:spPr>
          <a:xfrm>
            <a:off x="594360" y="3813048"/>
            <a:ext cx="1920240" cy="347472"/>
          </a:xfrm>
          <a:prstGeom prst="rect">
            <a:avLst/>
          </a:prstGeom>
          <a:noFill/>
          <a:ln/>
        </p:spPr>
        <p:txBody>
          <a:bodyPr wrap="square" lIns="0" tIns="0" rIns="0" bIns="0" rtlCol="0" anchor="ctr"/>
          <a:lstStyle/>
          <a:p>
            <a:pPr algn="l" indent="0" marL="0">
              <a:buNone/>
            </a:pPr>
            <a:r>
              <a:rPr lang="en-US" sz="1400" dirty="0">
                <a:solidFill>
                  <a:srgbClr val="A8915C"/>
                </a:solidFill>
                <a:latin typeface="Cormorant Garamond" pitchFamily="34" charset="0"/>
                <a:ea typeface="Cormorant Garamond" pitchFamily="34" charset="-122"/>
                <a:cs typeface="Cormorant Garamond" pitchFamily="34" charset="-120"/>
              </a:rPr>
              <a:t>Libre</a:t>
            </a:r>
            <a:endParaRPr lang="en-US" sz="1400" dirty="0"/>
          </a:p>
        </p:txBody>
      </p:sp>
      <p:sp>
        <p:nvSpPr>
          <p:cNvPr id="11" name="Text 9"/>
          <p:cNvSpPr/>
          <p:nvPr/>
        </p:nvSpPr>
        <p:spPr>
          <a:xfrm>
            <a:off x="2606040" y="3813048"/>
            <a:ext cx="5989320" cy="347472"/>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Jesús aceptó libremente la pasión: «Nadie me quita la vida, sino que yo la doy de mí mismo» (Jn 10, 18).</a:t>
            </a:r>
            <a:endParaRPr lang="en-US" sz="1200" dirty="0"/>
          </a:p>
        </p:txBody>
      </p:sp>
      <p:sp>
        <p:nvSpPr>
          <p:cNvPr id="12" name="Text 10"/>
          <p:cNvSpPr/>
          <p:nvPr/>
        </p:nvSpPr>
        <p:spPr>
          <a:xfrm>
            <a:off x="594360" y="4197096"/>
            <a:ext cx="1920240" cy="347472"/>
          </a:xfrm>
          <a:prstGeom prst="rect">
            <a:avLst/>
          </a:prstGeom>
          <a:noFill/>
          <a:ln/>
        </p:spPr>
        <p:txBody>
          <a:bodyPr wrap="square" lIns="0" tIns="0" rIns="0" bIns="0" rtlCol="0" anchor="ctr"/>
          <a:lstStyle/>
          <a:p>
            <a:pPr algn="l" indent="0" marL="0">
              <a:buNone/>
            </a:pPr>
            <a:r>
              <a:rPr lang="en-US" sz="1400" dirty="0">
                <a:solidFill>
                  <a:srgbClr val="A8915C"/>
                </a:solidFill>
                <a:latin typeface="Cormorant Garamond" pitchFamily="34" charset="0"/>
                <a:ea typeface="Cormorant Garamond" pitchFamily="34" charset="-122"/>
                <a:cs typeface="Cormorant Garamond" pitchFamily="34" charset="-120"/>
              </a:rPr>
              <a:t>Redentor</a:t>
            </a:r>
            <a:endParaRPr lang="en-US" sz="1400" dirty="0"/>
          </a:p>
        </p:txBody>
      </p:sp>
      <p:sp>
        <p:nvSpPr>
          <p:cNvPr id="13" name="Text 11"/>
          <p:cNvSpPr/>
          <p:nvPr/>
        </p:nvSpPr>
        <p:spPr>
          <a:xfrm>
            <a:off x="2606040" y="4197096"/>
            <a:ext cx="5989320" cy="347472"/>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«El Hijo del hombre no ha venido a ser servido, sino a servir y a dar su vida como rescate por muchos» (Mt 20, 28).</a:t>
            </a:r>
            <a:endParaRPr lang="en-US" sz="1200" dirty="0"/>
          </a:p>
        </p:txBody>
      </p:sp>
      <p:sp>
        <p:nvSpPr>
          <p:cNvPr id="14" name="Text 12"/>
          <p:cNvSpPr/>
          <p:nvPr/>
        </p:nvSpPr>
        <p:spPr>
          <a:xfrm>
            <a:off x="457200" y="4663440"/>
            <a:ext cx="8229600" cy="228600"/>
          </a:xfrm>
          <a:prstGeom prst="rect">
            <a:avLst/>
          </a:prstGeom>
          <a:noFill/>
          <a:ln/>
        </p:spPr>
        <p:txBody>
          <a:bodyPr wrap="square" lIns="0" tIns="0" rIns="0" bIns="0" rtlCol="0" anchor="ctr"/>
          <a:lstStyle/>
          <a:p>
            <a:pPr algn="ctr" indent="0" marL="0">
              <a:buNone/>
            </a:pPr>
            <a:r>
              <a:rPr lang="en-US" sz="1000" spc="400" kern="0" dirty="0">
                <a:solidFill>
                  <a:srgbClr val="8A7560"/>
                </a:solidFill>
                <a:latin typeface="JetBrains Mono" pitchFamily="34" charset="0"/>
                <a:ea typeface="JetBrains Mono" pitchFamily="34" charset="-122"/>
                <a:cs typeface="JetBrains Mono" pitchFamily="34" charset="-120"/>
              </a:rPr>
              <a:t>CEC 595-623 · YOUCAT 96</a:t>
            </a:r>
            <a:endParaRPr lang="en-US" sz="1000" dirty="0"/>
          </a:p>
        </p:txBody>
      </p:sp>
      <p:sp>
        <p:nvSpPr>
          <p:cNvPr id="15" name="Text 13"/>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21 / 30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502920"/>
            <a:ext cx="8229600" cy="274320"/>
          </a:xfrm>
          <a:prstGeom prst="rect">
            <a:avLst/>
          </a:prstGeom>
          <a:noFill/>
          <a:ln/>
        </p:spPr>
        <p:txBody>
          <a:bodyPr wrap="square" lIns="0" tIns="0" rIns="0" bIns="0" rtlCol="0" anchor="ctr"/>
          <a:lstStyle/>
          <a:p>
            <a:pPr algn="ctr" indent="0" marL="0">
              <a:buNone/>
            </a:pPr>
            <a:r>
              <a:rPr lang="en-US" sz="900" spc="500" kern="0" dirty="0">
                <a:solidFill>
                  <a:srgbClr val="8A7560"/>
                </a:solidFill>
                <a:latin typeface="JetBrains Mono" pitchFamily="34" charset="0"/>
                <a:ea typeface="JetBrains Mono" pitchFamily="34" charset="-122"/>
                <a:cs typeface="JetBrains Mono" pitchFamily="34" charset="-120"/>
              </a:rPr>
              <a:t>EL LUGAR DE LA MAXIMA HUMILLACION</a:t>
            </a:r>
            <a:endParaRPr lang="en-US" sz="900" dirty="0"/>
          </a:p>
        </p:txBody>
      </p:sp>
      <p:sp>
        <p:nvSpPr>
          <p:cNvPr id="4" name="Text 2"/>
          <p:cNvSpPr/>
          <p:nvPr/>
        </p:nvSpPr>
        <p:spPr>
          <a:xfrm>
            <a:off x="457200" y="822960"/>
            <a:ext cx="8229600" cy="685800"/>
          </a:xfrm>
          <a:prstGeom prst="rect">
            <a:avLst/>
          </a:prstGeom>
          <a:noFill/>
          <a:ln/>
        </p:spPr>
        <p:txBody>
          <a:bodyPr wrap="square" lIns="0" tIns="0" rIns="0" bIns="0" rtlCol="0" anchor="ctr"/>
          <a:lstStyle/>
          <a:p>
            <a:pPr algn="ctr" indent="0" marL="0">
              <a:buNone/>
            </a:pPr>
            <a:r>
              <a:rPr lang="en-US" sz="4400" dirty="0">
                <a:solidFill>
                  <a:srgbClr val="5C1A1B"/>
                </a:solidFill>
                <a:latin typeface="Cormorant Garamond" pitchFamily="34" charset="0"/>
                <a:ea typeface="Cormorant Garamond" pitchFamily="34" charset="-122"/>
                <a:cs typeface="Cormorant Garamond" pitchFamily="34" charset="-120"/>
              </a:rPr>
              <a:t>La Cruz</a:t>
            </a:r>
            <a:endParaRPr lang="en-US" sz="4400" dirty="0"/>
          </a:p>
        </p:txBody>
      </p:sp>
      <p:sp>
        <p:nvSpPr>
          <p:cNvPr id="5" name="Shape 3"/>
          <p:cNvSpPr/>
          <p:nvPr/>
        </p:nvSpPr>
        <p:spPr>
          <a:xfrm>
            <a:off x="4023360" y="1600200"/>
            <a:ext cx="1097280" cy="0"/>
          </a:xfrm>
          <a:prstGeom prst="line">
            <a:avLst/>
          </a:prstGeom>
          <a:noFill/>
          <a:ln w="9525">
            <a:solidFill>
              <a:srgbClr val="B5A285"/>
            </a:solidFill>
            <a:prstDash val="solid"/>
          </a:ln>
        </p:spPr>
      </p:sp>
      <p:sp>
        <p:nvSpPr>
          <p:cNvPr id="6" name="Text 4"/>
          <p:cNvSpPr/>
          <p:nvPr/>
        </p:nvSpPr>
        <p:spPr>
          <a:xfrm>
            <a:off x="731520" y="1874520"/>
            <a:ext cx="7680960" cy="1188720"/>
          </a:xfrm>
          <a:prstGeom prst="rect">
            <a:avLst/>
          </a:prstGeom>
          <a:noFill/>
          <a:ln/>
        </p:spPr>
        <p:txBody>
          <a:bodyPr wrap="square" lIns="0" tIns="0" rIns="0" bIns="0" rtlCol="0" anchor="ctr"/>
          <a:lstStyle/>
          <a:p>
            <a:pPr algn="ctr" indent="0" marL="0">
              <a:buNone/>
            </a:pPr>
            <a:r>
              <a:rPr lang="en-US" sz="1700" i="1" dirty="0">
                <a:solidFill>
                  <a:srgbClr val="5C1A1B"/>
                </a:solidFill>
                <a:latin typeface="Cormorant Garamond" pitchFamily="34" charset="0"/>
                <a:ea typeface="Cormorant Garamond" pitchFamily="34" charset="-122"/>
                <a:cs typeface="Cormorant Garamond" pitchFamily="34" charset="-120"/>
              </a:rPr>
              <a:t>«La Cruz, en la que Jesús inocente fue ajusticiado cruelmente, es el lugar de la máxima humillación y abandono. Cristo, nuestro Redentor, eligió la Cruz para cargar con la culpa del mundo.»</a:t>
            </a:r>
            <a:endParaRPr lang="en-US" sz="1700" dirty="0"/>
          </a:p>
        </p:txBody>
      </p:sp>
      <p:sp>
        <p:nvSpPr>
          <p:cNvPr id="7" name="Text 5"/>
          <p:cNvSpPr/>
          <p:nvPr/>
        </p:nvSpPr>
        <p:spPr>
          <a:xfrm>
            <a:off x="457200" y="3108960"/>
            <a:ext cx="8229600" cy="228600"/>
          </a:xfrm>
          <a:prstGeom prst="rect">
            <a:avLst/>
          </a:prstGeom>
          <a:noFill/>
          <a:ln/>
        </p:spPr>
        <p:txBody>
          <a:bodyPr wrap="square" lIns="0" tIns="0" rIns="0" bIns="0" rtlCol="0" anchor="ctr"/>
          <a:lstStyle/>
          <a:p>
            <a:pPr algn="ctr" indent="0" marL="0">
              <a:buNone/>
            </a:pPr>
            <a:r>
              <a:rPr lang="en-US" sz="900" spc="300" kern="0" dirty="0">
                <a:solidFill>
                  <a:srgbClr val="8A7560"/>
                </a:solidFill>
                <a:latin typeface="JetBrains Mono" pitchFamily="34" charset="0"/>
                <a:ea typeface="JetBrains Mono" pitchFamily="34" charset="-122"/>
                <a:cs typeface="JetBrains Mono" pitchFamily="34" charset="-120"/>
              </a:rPr>
              <a:t>YOUCAT 101</a:t>
            </a:r>
            <a:endParaRPr lang="en-US" sz="900" dirty="0"/>
          </a:p>
        </p:txBody>
      </p:sp>
      <p:sp>
        <p:nvSpPr>
          <p:cNvPr id="8" name="Text 6"/>
          <p:cNvSpPr/>
          <p:nvPr/>
        </p:nvSpPr>
        <p:spPr>
          <a:xfrm>
            <a:off x="594360" y="3474720"/>
            <a:ext cx="2011680" cy="347472"/>
          </a:xfrm>
          <a:prstGeom prst="rect">
            <a:avLst/>
          </a:prstGeom>
          <a:noFill/>
          <a:ln/>
        </p:spPr>
        <p:txBody>
          <a:bodyPr wrap="square" lIns="0" tIns="0" rIns="0" bIns="0" rtlCol="0" anchor="ctr"/>
          <a:lstStyle/>
          <a:p>
            <a:pPr algn="l" indent="0" marL="0">
              <a:buNone/>
            </a:pPr>
            <a:r>
              <a:rPr lang="en-US" sz="1400" dirty="0">
                <a:solidFill>
                  <a:srgbClr val="A8915C"/>
                </a:solidFill>
                <a:latin typeface="Cormorant Garamond" pitchFamily="34" charset="0"/>
                <a:ea typeface="Cormorant Garamond" pitchFamily="34" charset="-122"/>
                <a:cs typeface="Cormorant Garamond" pitchFamily="34" charset="-120"/>
              </a:rPr>
              <a:t>Muerte real</a:t>
            </a:r>
            <a:endParaRPr lang="en-US" sz="1400" dirty="0"/>
          </a:p>
        </p:txBody>
      </p:sp>
      <p:sp>
        <p:nvSpPr>
          <p:cNvPr id="9" name="Text 7"/>
          <p:cNvSpPr/>
          <p:nvPr/>
        </p:nvSpPr>
        <p:spPr>
          <a:xfrm>
            <a:off x="2697480" y="3474720"/>
            <a:ext cx="5897880" cy="347472"/>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Jesús murió realmente en la Cruz; su cuerpo fue atravesado y de su costado salió sangre y agua (Jn 19, 34).</a:t>
            </a:r>
            <a:endParaRPr lang="en-US" sz="1200" dirty="0"/>
          </a:p>
        </p:txBody>
      </p:sp>
      <p:sp>
        <p:nvSpPr>
          <p:cNvPr id="10" name="Text 8"/>
          <p:cNvSpPr/>
          <p:nvPr/>
        </p:nvSpPr>
        <p:spPr>
          <a:xfrm>
            <a:off x="594360" y="3858768"/>
            <a:ext cx="2011680" cy="347472"/>
          </a:xfrm>
          <a:prstGeom prst="rect">
            <a:avLst/>
          </a:prstGeom>
          <a:noFill/>
          <a:ln/>
        </p:spPr>
        <p:txBody>
          <a:bodyPr wrap="square" lIns="0" tIns="0" rIns="0" bIns="0" rtlCol="0" anchor="ctr"/>
          <a:lstStyle/>
          <a:p>
            <a:pPr algn="l" indent="0" marL="0">
              <a:buNone/>
            </a:pPr>
            <a:r>
              <a:rPr lang="en-US" sz="1400" dirty="0">
                <a:solidFill>
                  <a:srgbClr val="A8915C"/>
                </a:solidFill>
                <a:latin typeface="Cormorant Garamond" pitchFamily="34" charset="0"/>
                <a:ea typeface="Cormorant Garamond" pitchFamily="34" charset="-122"/>
                <a:cs typeface="Cormorant Garamond" pitchFamily="34" charset="-120"/>
              </a:rPr>
              <a:t>Sepultura</a:t>
            </a:r>
            <a:endParaRPr lang="en-US" sz="1400" dirty="0"/>
          </a:p>
        </p:txBody>
      </p:sp>
      <p:sp>
        <p:nvSpPr>
          <p:cNvPr id="11" name="Text 9"/>
          <p:cNvSpPr/>
          <p:nvPr/>
        </p:nvSpPr>
        <p:spPr>
          <a:xfrm>
            <a:off x="2697480" y="3858768"/>
            <a:ext cx="5897880" cy="347472"/>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José de Arimatea lo envolvió en una sábana y lo puso en un sepulcro nuevo, tallado en la roca (Mt 27, 59-60).</a:t>
            </a:r>
            <a:endParaRPr lang="en-US" sz="1200" dirty="0"/>
          </a:p>
        </p:txBody>
      </p:sp>
      <p:sp>
        <p:nvSpPr>
          <p:cNvPr id="12" name="Text 10"/>
          <p:cNvSpPr/>
          <p:nvPr/>
        </p:nvSpPr>
        <p:spPr>
          <a:xfrm>
            <a:off x="594360" y="4242816"/>
            <a:ext cx="2011680" cy="347472"/>
          </a:xfrm>
          <a:prstGeom prst="rect">
            <a:avLst/>
          </a:prstGeom>
          <a:noFill/>
          <a:ln/>
        </p:spPr>
        <p:txBody>
          <a:bodyPr wrap="square" lIns="0" tIns="0" rIns="0" bIns="0" rtlCol="0" anchor="ctr"/>
          <a:lstStyle/>
          <a:p>
            <a:pPr algn="l" indent="0" marL="0">
              <a:buNone/>
            </a:pPr>
            <a:r>
              <a:rPr lang="en-US" sz="1400" dirty="0">
                <a:solidFill>
                  <a:srgbClr val="A8915C"/>
                </a:solidFill>
                <a:latin typeface="Cormorant Garamond" pitchFamily="34" charset="0"/>
                <a:ea typeface="Cormorant Garamond" pitchFamily="34" charset="-122"/>
                <a:cs typeface="Cormorant Garamond" pitchFamily="34" charset="-120"/>
              </a:rPr>
              <a:t>Memorial</a:t>
            </a:r>
            <a:endParaRPr lang="en-US" sz="1400" dirty="0"/>
          </a:p>
        </p:txBody>
      </p:sp>
      <p:sp>
        <p:nvSpPr>
          <p:cNvPr id="13" name="Text 11"/>
          <p:cNvSpPr/>
          <p:nvPr/>
        </p:nvSpPr>
        <p:spPr>
          <a:xfrm>
            <a:off x="2697480" y="4242816"/>
            <a:ext cx="5897880" cy="347472"/>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En la Última Cena instituyó la Eucaristía, «memorial» de su sacrificio (CEC 610-611).</a:t>
            </a:r>
            <a:endParaRPr lang="en-US" sz="1200" dirty="0"/>
          </a:p>
        </p:txBody>
      </p:sp>
      <p:sp>
        <p:nvSpPr>
          <p:cNvPr id="14" name="Text 12"/>
          <p:cNvSpPr/>
          <p:nvPr/>
        </p:nvSpPr>
        <p:spPr>
          <a:xfrm>
            <a:off x="457200" y="4663440"/>
            <a:ext cx="8229600" cy="228600"/>
          </a:xfrm>
          <a:prstGeom prst="rect">
            <a:avLst/>
          </a:prstGeom>
          <a:noFill/>
          <a:ln/>
        </p:spPr>
        <p:txBody>
          <a:bodyPr wrap="square" lIns="0" tIns="0" rIns="0" bIns="0" rtlCol="0" anchor="ctr"/>
          <a:lstStyle/>
          <a:p>
            <a:pPr algn="ctr" indent="0" marL="0">
              <a:buNone/>
            </a:pPr>
            <a:r>
              <a:rPr lang="en-US" sz="1000" spc="400" kern="0" dirty="0">
                <a:solidFill>
                  <a:srgbClr val="8A7560"/>
                </a:solidFill>
                <a:latin typeface="JetBrains Mono" pitchFamily="34" charset="0"/>
                <a:ea typeface="JetBrains Mono" pitchFamily="34" charset="-122"/>
                <a:cs typeface="JetBrains Mono" pitchFamily="34" charset="-120"/>
              </a:rPr>
              <a:t>CEC 619-623, 633 · YOUCAT 101-103</a:t>
            </a:r>
            <a:endParaRPr lang="en-US" sz="1000" dirty="0"/>
          </a:p>
        </p:txBody>
      </p:sp>
      <p:sp>
        <p:nvSpPr>
          <p:cNvPr id="15" name="Text 13"/>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22 / 30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777240"/>
            <a:ext cx="8229600" cy="365760"/>
          </a:xfrm>
          <a:prstGeom prst="rect">
            <a:avLst/>
          </a:prstGeom>
          <a:noFill/>
          <a:ln/>
        </p:spPr>
        <p:txBody>
          <a:bodyPr wrap="square" lIns="0" tIns="0" rIns="0" bIns="0" rtlCol="0" anchor="ctr"/>
          <a:lstStyle/>
          <a:p>
            <a:pPr algn="ctr" indent="0" marL="0">
              <a:buNone/>
            </a:pPr>
            <a:r>
              <a:rPr lang="en-US" sz="1200" spc="400" kern="0" dirty="0">
                <a:solidFill>
                  <a:srgbClr val="8A7560"/>
                </a:solidFill>
                <a:latin typeface="JetBrains Mono" pitchFamily="34" charset="0"/>
                <a:ea typeface="JetBrains Mono" pitchFamily="34" charset="-122"/>
                <a:cs typeface="JetBrains Mono" pitchFamily="34" charset="-120"/>
              </a:rPr>
              <a:t>Lucas 23, 46</a:t>
            </a:r>
            <a:endParaRPr lang="en-US" sz="1200" dirty="0"/>
          </a:p>
        </p:txBody>
      </p:sp>
      <p:sp>
        <p:nvSpPr>
          <p:cNvPr id="4" name="Shape 2"/>
          <p:cNvSpPr/>
          <p:nvPr/>
        </p:nvSpPr>
        <p:spPr>
          <a:xfrm>
            <a:off x="4567428" y="1234440"/>
            <a:ext cx="9144" cy="365760"/>
          </a:xfrm>
          <a:prstGeom prst="line">
            <a:avLst/>
          </a:prstGeom>
          <a:noFill/>
          <a:ln w="15240">
            <a:solidFill>
              <a:srgbClr val="A8915C"/>
            </a:solidFill>
            <a:prstDash val="solid"/>
          </a:ln>
        </p:spPr>
      </p:sp>
      <p:sp>
        <p:nvSpPr>
          <p:cNvPr id="5" name="Shape 3"/>
          <p:cNvSpPr/>
          <p:nvPr/>
        </p:nvSpPr>
        <p:spPr>
          <a:xfrm>
            <a:off x="4431323" y="1412748"/>
            <a:ext cx="281354" cy="9144"/>
          </a:xfrm>
          <a:prstGeom prst="line">
            <a:avLst/>
          </a:prstGeom>
          <a:noFill/>
          <a:ln w="15240">
            <a:solidFill>
              <a:srgbClr val="A8915C"/>
            </a:solidFill>
            <a:prstDash val="solid"/>
          </a:ln>
        </p:spPr>
      </p:sp>
      <p:sp>
        <p:nvSpPr>
          <p:cNvPr id="6" name="Text 4"/>
          <p:cNvSpPr/>
          <p:nvPr/>
        </p:nvSpPr>
        <p:spPr>
          <a:xfrm>
            <a:off x="731520" y="1920240"/>
            <a:ext cx="7680960" cy="1188720"/>
          </a:xfrm>
          <a:prstGeom prst="rect">
            <a:avLst/>
          </a:prstGeom>
          <a:noFill/>
          <a:ln/>
        </p:spPr>
        <p:txBody>
          <a:bodyPr wrap="square" lIns="0" tIns="0" rIns="0" bIns="0" rtlCol="0" anchor="ctr"/>
          <a:lstStyle/>
          <a:p>
            <a:pPr algn="ctr" indent="0" marL="0">
              <a:buNone/>
            </a:pPr>
            <a:r>
              <a:rPr lang="en-US" sz="3600" i="1" dirty="0">
                <a:solidFill>
                  <a:srgbClr val="5C1A1B"/>
                </a:solidFill>
                <a:latin typeface="Cormorant Garamond" pitchFamily="34" charset="0"/>
                <a:ea typeface="Cormorant Garamond" pitchFamily="34" charset="-122"/>
                <a:cs typeface="Cormorant Garamond" pitchFamily="34" charset="-120"/>
              </a:rPr>
              <a:t>«Padre, en tus manos encomiendo mi espíritu.»</a:t>
            </a:r>
            <a:endParaRPr lang="en-US" sz="3600" dirty="0"/>
          </a:p>
        </p:txBody>
      </p:sp>
      <p:sp>
        <p:nvSpPr>
          <p:cNvPr id="7" name="Text 5"/>
          <p:cNvSpPr/>
          <p:nvPr/>
        </p:nvSpPr>
        <p:spPr>
          <a:xfrm>
            <a:off x="1097280" y="3337560"/>
            <a:ext cx="6949440" cy="594360"/>
          </a:xfrm>
          <a:prstGeom prst="rect">
            <a:avLst/>
          </a:prstGeom>
          <a:noFill/>
          <a:ln/>
        </p:spPr>
        <p:txBody>
          <a:bodyPr wrap="square" lIns="0" tIns="0" rIns="0" bIns="0" rtlCol="0" anchor="ctr"/>
          <a:lstStyle/>
          <a:p>
            <a:pPr algn="ctr" indent="0" marL="0">
              <a:buNone/>
            </a:pPr>
            <a:r>
              <a:rPr lang="en-US" sz="1500" i="1" dirty="0">
                <a:solidFill>
                  <a:srgbClr val="8A7560"/>
                </a:solidFill>
                <a:latin typeface="EB Garamond" pitchFamily="34" charset="0"/>
                <a:ea typeface="EB Garamond" pitchFamily="34" charset="-122"/>
                <a:cs typeface="EB Garamond" pitchFamily="34" charset="-120"/>
              </a:rPr>
              <a:t>Jesús muere orando. Su última palabra no es un grito de abandono, sino un acto de confianza filial: pone su vida en las manos del Padre.</a:t>
            </a:r>
            <a:endParaRPr lang="en-US" sz="1500" dirty="0"/>
          </a:p>
        </p:txBody>
      </p:sp>
      <p:sp>
        <p:nvSpPr>
          <p:cNvPr id="8" name="Text 6"/>
          <p:cNvSpPr/>
          <p:nvPr/>
        </p:nvSpPr>
        <p:spPr>
          <a:xfrm>
            <a:off x="457200" y="4251960"/>
            <a:ext cx="8229600" cy="274320"/>
          </a:xfrm>
          <a:prstGeom prst="rect">
            <a:avLst/>
          </a:prstGeom>
          <a:noFill/>
          <a:ln/>
        </p:spPr>
        <p:txBody>
          <a:bodyPr wrap="square" lIns="0" tIns="0" rIns="0" bIns="0" rtlCol="0" anchor="ctr"/>
          <a:lstStyle/>
          <a:p>
            <a:pPr algn="ctr" indent="0" marL="0">
              <a:buNone/>
            </a:pPr>
            <a:r>
              <a:rPr lang="en-US" sz="1000" spc="300" kern="0" dirty="0">
                <a:solidFill>
                  <a:srgbClr val="8A7560"/>
                </a:solidFill>
                <a:latin typeface="JetBrains Mono" pitchFamily="34" charset="0"/>
                <a:ea typeface="JetBrains Mono" pitchFamily="34" charset="-122"/>
                <a:cs typeface="JetBrains Mono" pitchFamily="34" charset="-120"/>
              </a:rPr>
              <a:t>Lc 23, 46 · CEC 624, 2605</a:t>
            </a:r>
            <a:endParaRPr lang="en-US" sz="1000" dirty="0"/>
          </a:p>
        </p:txBody>
      </p:sp>
      <p:sp>
        <p:nvSpPr>
          <p:cNvPr id="9" name="Text 7"/>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23 / 30</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502920"/>
            <a:ext cx="8229600" cy="274320"/>
          </a:xfrm>
          <a:prstGeom prst="rect">
            <a:avLst/>
          </a:prstGeom>
          <a:noFill/>
          <a:ln/>
        </p:spPr>
        <p:txBody>
          <a:bodyPr wrap="square" lIns="0" tIns="0" rIns="0" bIns="0" rtlCol="0" anchor="ctr"/>
          <a:lstStyle/>
          <a:p>
            <a:pPr algn="ctr" indent="0" marL="0">
              <a:buNone/>
            </a:pPr>
            <a:r>
              <a:rPr lang="en-US" sz="900" spc="500" kern="0" dirty="0">
                <a:solidFill>
                  <a:srgbClr val="8A7560"/>
                </a:solidFill>
                <a:latin typeface="JetBrains Mono" pitchFamily="34" charset="0"/>
                <a:ea typeface="JetBrains Mono" pitchFamily="34" charset="-122"/>
                <a:cs typeface="JetBrains Mono" pitchFamily="34" charset="-120"/>
              </a:rPr>
              <a:t>EL DESCENSO A LOS INFIERNOS</a:t>
            </a:r>
            <a:endParaRPr lang="en-US" sz="900" dirty="0"/>
          </a:p>
        </p:txBody>
      </p:sp>
      <p:sp>
        <p:nvSpPr>
          <p:cNvPr id="4" name="Text 2"/>
          <p:cNvSpPr/>
          <p:nvPr/>
        </p:nvSpPr>
        <p:spPr>
          <a:xfrm>
            <a:off x="457200" y="822960"/>
            <a:ext cx="8229600" cy="594360"/>
          </a:xfrm>
          <a:prstGeom prst="rect">
            <a:avLst/>
          </a:prstGeom>
          <a:noFill/>
          <a:ln/>
        </p:spPr>
        <p:txBody>
          <a:bodyPr wrap="square" lIns="0" tIns="0" rIns="0" bIns="0" rtlCol="0" anchor="ctr"/>
          <a:lstStyle/>
          <a:p>
            <a:pPr algn="ctr" indent="0" marL="0">
              <a:buNone/>
            </a:pPr>
            <a:r>
              <a:rPr lang="en-US" sz="3400" dirty="0">
                <a:solidFill>
                  <a:srgbClr val="5C1A1B"/>
                </a:solidFill>
                <a:latin typeface="Cormorant Garamond" pitchFamily="34" charset="0"/>
                <a:ea typeface="Cormorant Garamond" pitchFamily="34" charset="-122"/>
                <a:cs typeface="Cormorant Garamond" pitchFamily="34" charset="-120"/>
              </a:rPr>
              <a:t>Descendió a los infiernos</a:t>
            </a:r>
            <a:endParaRPr lang="en-US" sz="3400" dirty="0"/>
          </a:p>
        </p:txBody>
      </p:sp>
      <p:sp>
        <p:nvSpPr>
          <p:cNvPr id="5" name="Shape 3"/>
          <p:cNvSpPr/>
          <p:nvPr/>
        </p:nvSpPr>
        <p:spPr>
          <a:xfrm>
            <a:off x="4023360" y="1508760"/>
            <a:ext cx="1097280" cy="0"/>
          </a:xfrm>
          <a:prstGeom prst="line">
            <a:avLst/>
          </a:prstGeom>
          <a:noFill/>
          <a:ln w="9525">
            <a:solidFill>
              <a:srgbClr val="B5A285"/>
            </a:solidFill>
            <a:prstDash val="solid"/>
          </a:ln>
        </p:spPr>
      </p:sp>
      <p:sp>
        <p:nvSpPr>
          <p:cNvPr id="6" name="Text 4"/>
          <p:cNvSpPr/>
          <p:nvPr/>
        </p:nvSpPr>
        <p:spPr>
          <a:xfrm>
            <a:off x="731520" y="1783080"/>
            <a:ext cx="7680960" cy="1005840"/>
          </a:xfrm>
          <a:prstGeom prst="rect">
            <a:avLst/>
          </a:prstGeom>
          <a:noFill/>
          <a:ln/>
        </p:spPr>
        <p:txBody>
          <a:bodyPr wrap="square" lIns="0" tIns="0" rIns="0" bIns="0" rtlCol="0" anchor="ctr"/>
          <a:lstStyle/>
          <a:p>
            <a:pPr algn="ctr" indent="0" marL="0">
              <a:buNone/>
            </a:pPr>
            <a:r>
              <a:rPr lang="en-US" sz="1600" i="1" dirty="0">
                <a:solidFill>
                  <a:srgbClr val="5C1A1B"/>
                </a:solidFill>
                <a:latin typeface="EB Garamond" pitchFamily="34" charset="0"/>
                <a:ea typeface="EB Garamond" pitchFamily="34" charset="-122"/>
                <a:cs typeface="EB Garamond" pitchFamily="34" charset="-120"/>
              </a:rPr>
              <a:t>«El evangelio es predicado también a los muertos [...], para que sean juzgados según los hombres en la carne, pero vivan según Dios en el espíritu» (1 P 4, 6).</a:t>
            </a:r>
            <a:endParaRPr lang="en-US" sz="1600" dirty="0"/>
          </a:p>
        </p:txBody>
      </p:sp>
      <p:sp>
        <p:nvSpPr>
          <p:cNvPr id="7" name="Text 5"/>
          <p:cNvSpPr/>
          <p:nvPr/>
        </p:nvSpPr>
        <p:spPr>
          <a:xfrm>
            <a:off x="457200" y="2834640"/>
            <a:ext cx="8229600" cy="228600"/>
          </a:xfrm>
          <a:prstGeom prst="rect">
            <a:avLst/>
          </a:prstGeom>
          <a:noFill/>
          <a:ln/>
        </p:spPr>
        <p:txBody>
          <a:bodyPr wrap="square" lIns="0" tIns="0" rIns="0" bIns="0" rtlCol="0" anchor="ctr"/>
          <a:lstStyle/>
          <a:p>
            <a:pPr algn="ctr" indent="0" marL="0">
              <a:buNone/>
            </a:pPr>
            <a:r>
              <a:rPr lang="en-US" sz="900" spc="300" kern="0" dirty="0">
                <a:solidFill>
                  <a:srgbClr val="8A7560"/>
                </a:solidFill>
                <a:latin typeface="JetBrains Mono" pitchFamily="34" charset="0"/>
                <a:ea typeface="JetBrains Mono" pitchFamily="34" charset="-122"/>
                <a:cs typeface="JetBrains Mono" pitchFamily="34" charset="-120"/>
              </a:rPr>
              <a:t>1 P 4, 6</a:t>
            </a:r>
            <a:endParaRPr lang="en-US" sz="900" dirty="0"/>
          </a:p>
        </p:txBody>
      </p:sp>
      <p:sp>
        <p:nvSpPr>
          <p:cNvPr id="8" name="Text 6"/>
          <p:cNvSpPr/>
          <p:nvPr/>
        </p:nvSpPr>
        <p:spPr>
          <a:xfrm>
            <a:off x="457200" y="3246120"/>
            <a:ext cx="3886200" cy="365760"/>
          </a:xfrm>
          <a:prstGeom prst="rect">
            <a:avLst/>
          </a:prstGeom>
          <a:noFill/>
          <a:ln/>
        </p:spPr>
        <p:txBody>
          <a:bodyPr wrap="square" lIns="0" tIns="0" rIns="0" bIns="0" rtlCol="0" anchor="ctr"/>
          <a:lstStyle/>
          <a:p>
            <a:pPr algn="ctr" indent="0" marL="0">
              <a:buNone/>
            </a:pPr>
            <a:r>
              <a:rPr lang="en-US" sz="1600" dirty="0">
                <a:solidFill>
                  <a:srgbClr val="A8915C"/>
                </a:solidFill>
                <a:latin typeface="Cormorant Garamond" pitchFamily="34" charset="0"/>
                <a:ea typeface="Cormorant Garamond" pitchFamily="34" charset="-122"/>
                <a:cs typeface="Cormorant Garamond" pitchFamily="34" charset="-120"/>
              </a:rPr>
              <a:t>«Infiernos» -- Hades</a:t>
            </a:r>
            <a:endParaRPr lang="en-US" sz="1600" dirty="0"/>
          </a:p>
        </p:txBody>
      </p:sp>
      <p:sp>
        <p:nvSpPr>
          <p:cNvPr id="9" name="Text 7"/>
          <p:cNvSpPr/>
          <p:nvPr/>
        </p:nvSpPr>
        <p:spPr>
          <a:xfrm>
            <a:off x="365760" y="3611880"/>
            <a:ext cx="4069080" cy="914400"/>
          </a:xfrm>
          <a:prstGeom prst="rect">
            <a:avLst/>
          </a:prstGeom>
          <a:noFill/>
          <a:ln/>
        </p:spPr>
        <p:txBody>
          <a:bodyPr wrap="square" lIns="0" tIns="0" rIns="0" bIns="0" rtlCol="0" anchor="ctr"/>
          <a:lstStyle/>
          <a:p>
            <a:pPr algn="ctr" indent="0" marL="0">
              <a:buNone/>
            </a:pPr>
            <a:r>
              <a:rPr lang="en-US" sz="1200" dirty="0">
                <a:solidFill>
                  <a:srgbClr val="5C1A1B"/>
                </a:solidFill>
                <a:latin typeface="EB Garamond" pitchFamily="34" charset="0"/>
                <a:ea typeface="EB Garamond" pitchFamily="34" charset="-122"/>
                <a:cs typeface="EB Garamond" pitchFamily="34" charset="-120"/>
              </a:rPr>
              <a:t>No es el infierno de la condenación, sino el «sheol»/hades: el lugar donde aguardan los justos muertos antes de la redención consumada.</a:t>
            </a:r>
            <a:endParaRPr lang="en-US" sz="1200" dirty="0"/>
          </a:p>
        </p:txBody>
      </p:sp>
      <p:sp>
        <p:nvSpPr>
          <p:cNvPr id="10" name="Text 8"/>
          <p:cNvSpPr/>
          <p:nvPr/>
        </p:nvSpPr>
        <p:spPr>
          <a:xfrm>
            <a:off x="4800600" y="3246120"/>
            <a:ext cx="3886200" cy="365760"/>
          </a:xfrm>
          <a:prstGeom prst="rect">
            <a:avLst/>
          </a:prstGeom>
          <a:noFill/>
          <a:ln/>
        </p:spPr>
        <p:txBody>
          <a:bodyPr wrap="square" lIns="0" tIns="0" rIns="0" bIns="0" rtlCol="0" anchor="ctr"/>
          <a:lstStyle/>
          <a:p>
            <a:pPr algn="ctr" indent="0" marL="0">
              <a:buNone/>
            </a:pPr>
            <a:r>
              <a:rPr lang="en-US" sz="1600" dirty="0">
                <a:solidFill>
                  <a:srgbClr val="A8915C"/>
                </a:solidFill>
                <a:latin typeface="Cormorant Garamond" pitchFamily="34" charset="0"/>
                <a:ea typeface="Cormorant Garamond" pitchFamily="34" charset="-122"/>
                <a:cs typeface="Cormorant Garamond" pitchFamily="34" charset="-120"/>
              </a:rPr>
              <a:t>Sentido del descenso</a:t>
            </a:r>
            <a:endParaRPr lang="en-US" sz="1600" dirty="0"/>
          </a:p>
        </p:txBody>
      </p:sp>
      <p:sp>
        <p:nvSpPr>
          <p:cNvPr id="11" name="Text 9"/>
          <p:cNvSpPr/>
          <p:nvPr/>
        </p:nvSpPr>
        <p:spPr>
          <a:xfrm>
            <a:off x="4709160" y="3611880"/>
            <a:ext cx="4069080" cy="914400"/>
          </a:xfrm>
          <a:prstGeom prst="rect">
            <a:avLst/>
          </a:prstGeom>
          <a:noFill/>
          <a:ln/>
        </p:spPr>
        <p:txBody>
          <a:bodyPr wrap="square" lIns="0" tIns="0" rIns="0" bIns="0" rtlCol="0" anchor="ctr"/>
          <a:lstStyle/>
          <a:p>
            <a:pPr algn="ctr" indent="0" marL="0">
              <a:buNone/>
            </a:pPr>
            <a:r>
              <a:rPr lang="en-US" sz="1200" dirty="0">
                <a:solidFill>
                  <a:srgbClr val="5C1A1B"/>
                </a:solidFill>
                <a:latin typeface="EB Garamond" pitchFamily="34" charset="0"/>
                <a:ea typeface="EB Garamond" pitchFamily="34" charset="-122"/>
                <a:cs typeface="EB Garamond" pitchFamily="34" charset="-120"/>
              </a:rPr>
              <a:t>Cristo muerto visita a los muertos como Dios victorioso: «Levantándose de los infiernos, el Señor sacó a los cautivos» (CEC 637).</a:t>
            </a:r>
            <a:endParaRPr lang="en-US" sz="1200" dirty="0"/>
          </a:p>
        </p:txBody>
      </p:sp>
      <p:sp>
        <p:nvSpPr>
          <p:cNvPr id="12" name="Text 10"/>
          <p:cNvSpPr/>
          <p:nvPr/>
        </p:nvSpPr>
        <p:spPr>
          <a:xfrm>
            <a:off x="457200" y="4663440"/>
            <a:ext cx="8229600" cy="228600"/>
          </a:xfrm>
          <a:prstGeom prst="rect">
            <a:avLst/>
          </a:prstGeom>
          <a:noFill/>
          <a:ln/>
        </p:spPr>
        <p:txBody>
          <a:bodyPr wrap="square" lIns="0" tIns="0" rIns="0" bIns="0" rtlCol="0" anchor="ctr"/>
          <a:lstStyle/>
          <a:p>
            <a:pPr algn="ctr" indent="0" marL="0">
              <a:buNone/>
            </a:pPr>
            <a:r>
              <a:rPr lang="en-US" sz="1000" spc="400" kern="0" dirty="0">
                <a:solidFill>
                  <a:srgbClr val="8A7560"/>
                </a:solidFill>
                <a:latin typeface="JetBrains Mono" pitchFamily="34" charset="0"/>
                <a:ea typeface="JetBrains Mono" pitchFamily="34" charset="-122"/>
                <a:cs typeface="JetBrains Mono" pitchFamily="34" charset="-120"/>
              </a:rPr>
              <a:t>CEC 631-637</a:t>
            </a:r>
            <a:endParaRPr lang="en-US" sz="1000" dirty="0"/>
          </a:p>
        </p:txBody>
      </p:sp>
      <p:sp>
        <p:nvSpPr>
          <p:cNvPr id="13" name="Text 11"/>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24 / 30</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502920"/>
            <a:ext cx="8229600" cy="274320"/>
          </a:xfrm>
          <a:prstGeom prst="rect">
            <a:avLst/>
          </a:prstGeom>
          <a:noFill/>
          <a:ln/>
        </p:spPr>
        <p:txBody>
          <a:bodyPr wrap="square" lIns="0" tIns="0" rIns="0" bIns="0" rtlCol="0" anchor="ctr"/>
          <a:lstStyle/>
          <a:p>
            <a:pPr algn="ctr" indent="0" marL="0">
              <a:buNone/>
            </a:pPr>
            <a:r>
              <a:rPr lang="en-US" sz="900" spc="500" kern="0" dirty="0">
                <a:solidFill>
                  <a:srgbClr val="8A7560"/>
                </a:solidFill>
                <a:latin typeface="JetBrains Mono" pitchFamily="34" charset="0"/>
                <a:ea typeface="JetBrains Mono" pitchFamily="34" charset="-122"/>
                <a:cs typeface="JetBrains Mono" pitchFamily="34" charset="-120"/>
              </a:rPr>
              <a:t>LA RESURRECCIÓN</a:t>
            </a:r>
            <a:endParaRPr lang="en-US" sz="900" dirty="0"/>
          </a:p>
        </p:txBody>
      </p:sp>
      <p:sp>
        <p:nvSpPr>
          <p:cNvPr id="4" name="Text 2"/>
          <p:cNvSpPr/>
          <p:nvPr/>
        </p:nvSpPr>
        <p:spPr>
          <a:xfrm>
            <a:off x="457200" y="822960"/>
            <a:ext cx="8229600" cy="777240"/>
          </a:xfrm>
          <a:prstGeom prst="rect">
            <a:avLst/>
          </a:prstGeom>
          <a:noFill/>
          <a:ln/>
        </p:spPr>
        <p:txBody>
          <a:bodyPr wrap="square" lIns="0" tIns="0" rIns="0" bIns="0" rtlCol="0" anchor="ctr"/>
          <a:lstStyle/>
          <a:p>
            <a:pPr algn="ctr" indent="0" marL="0">
              <a:buNone/>
            </a:pPr>
            <a:r>
              <a:rPr lang="en-US" sz="3800" dirty="0">
                <a:solidFill>
                  <a:srgbClr val="5C1A1B"/>
                </a:solidFill>
                <a:latin typeface="Cormorant Garamond" pitchFamily="34" charset="0"/>
                <a:ea typeface="Cormorant Garamond" pitchFamily="34" charset="-122"/>
                <a:cs typeface="Cormorant Garamond" pitchFamily="34" charset="-120"/>
              </a:rPr>
              <a:t>Al tercer día, resucitó</a:t>
            </a:r>
            <a:endParaRPr lang="en-US" sz="3800" dirty="0"/>
          </a:p>
        </p:txBody>
      </p:sp>
      <p:sp>
        <p:nvSpPr>
          <p:cNvPr id="5" name="Shape 3"/>
          <p:cNvSpPr/>
          <p:nvPr/>
        </p:nvSpPr>
        <p:spPr>
          <a:xfrm>
            <a:off x="4023360" y="1691640"/>
            <a:ext cx="1097280" cy="0"/>
          </a:xfrm>
          <a:prstGeom prst="line">
            <a:avLst/>
          </a:prstGeom>
          <a:noFill/>
          <a:ln w="9525">
            <a:solidFill>
              <a:srgbClr val="B5A285"/>
            </a:solidFill>
            <a:prstDash val="solid"/>
          </a:ln>
        </p:spPr>
      </p:sp>
      <p:sp>
        <p:nvSpPr>
          <p:cNvPr id="6" name="Text 4"/>
          <p:cNvSpPr/>
          <p:nvPr/>
        </p:nvSpPr>
        <p:spPr>
          <a:xfrm>
            <a:off x="731520" y="1920240"/>
            <a:ext cx="7680960" cy="731520"/>
          </a:xfrm>
          <a:prstGeom prst="rect">
            <a:avLst/>
          </a:prstGeom>
          <a:noFill/>
          <a:ln/>
        </p:spPr>
        <p:txBody>
          <a:bodyPr wrap="square" lIns="0" tIns="0" rIns="0" bIns="0" rtlCol="0" anchor="ctr"/>
          <a:lstStyle/>
          <a:p>
            <a:pPr algn="ctr" indent="0" marL="0">
              <a:buNone/>
            </a:pPr>
            <a:r>
              <a:rPr lang="en-US" sz="1800" i="1" dirty="0">
                <a:solidFill>
                  <a:srgbClr val="5C1A1B"/>
                </a:solidFill>
                <a:latin typeface="EB Garamond" pitchFamily="34" charset="0"/>
                <a:ea typeface="EB Garamond" pitchFamily="34" charset="-122"/>
                <a:cs typeface="EB Garamond" pitchFamily="34" charset="-120"/>
              </a:rPr>
              <a:t>«Si Cristo no ha resucitado, vana es nuestra predicación y vana también vuestra fe» (1 Co 15, 14).</a:t>
            </a:r>
            <a:endParaRPr lang="en-US" sz="1800" dirty="0"/>
          </a:p>
        </p:txBody>
      </p:sp>
      <p:sp>
        <p:nvSpPr>
          <p:cNvPr id="7" name="Text 5"/>
          <p:cNvSpPr/>
          <p:nvPr/>
        </p:nvSpPr>
        <p:spPr>
          <a:xfrm>
            <a:off x="457200" y="2697480"/>
            <a:ext cx="8229600" cy="228600"/>
          </a:xfrm>
          <a:prstGeom prst="rect">
            <a:avLst/>
          </a:prstGeom>
          <a:noFill/>
          <a:ln/>
        </p:spPr>
        <p:txBody>
          <a:bodyPr wrap="square" lIns="0" tIns="0" rIns="0" bIns="0" rtlCol="0" anchor="ctr"/>
          <a:lstStyle/>
          <a:p>
            <a:pPr algn="ctr" indent="0" marL="0">
              <a:buNone/>
            </a:pPr>
            <a:r>
              <a:rPr lang="en-US" sz="900" spc="300" kern="0" dirty="0">
                <a:solidFill>
                  <a:srgbClr val="8A7560"/>
                </a:solidFill>
                <a:latin typeface="JetBrains Mono" pitchFamily="34" charset="0"/>
                <a:ea typeface="JetBrains Mono" pitchFamily="34" charset="-122"/>
                <a:cs typeface="JetBrains Mono" pitchFamily="34" charset="-120"/>
              </a:rPr>
              <a:t>1 Co 15, 14</a:t>
            </a:r>
            <a:endParaRPr lang="en-US" sz="900" dirty="0"/>
          </a:p>
        </p:txBody>
      </p:sp>
      <p:sp>
        <p:nvSpPr>
          <p:cNvPr id="8" name="Text 6"/>
          <p:cNvSpPr/>
          <p:nvPr/>
        </p:nvSpPr>
        <p:spPr>
          <a:xfrm>
            <a:off x="594360" y="3108960"/>
            <a:ext cx="411480" cy="457200"/>
          </a:xfrm>
          <a:prstGeom prst="rect">
            <a:avLst/>
          </a:prstGeom>
          <a:noFill/>
          <a:ln/>
        </p:spPr>
        <p:txBody>
          <a:bodyPr wrap="square" lIns="0" tIns="0" rIns="0" bIns="0" rtlCol="0" anchor="t"/>
          <a:lstStyle/>
          <a:p>
            <a:pPr algn="l" indent="0" marL="0">
              <a:buNone/>
            </a:pPr>
            <a:r>
              <a:rPr lang="en-US" sz="1200" dirty="0">
                <a:solidFill>
                  <a:srgbClr val="A8915C"/>
                </a:solidFill>
                <a:latin typeface="JetBrains Mono" pitchFamily="34" charset="0"/>
                <a:ea typeface="JetBrains Mono" pitchFamily="34" charset="-122"/>
                <a:cs typeface="JetBrains Mono" pitchFamily="34" charset="-120"/>
              </a:rPr>
              <a:t>I.</a:t>
            </a:r>
            <a:endParaRPr lang="en-US" sz="1200" dirty="0"/>
          </a:p>
        </p:txBody>
      </p:sp>
      <p:sp>
        <p:nvSpPr>
          <p:cNvPr id="9" name="Text 7"/>
          <p:cNvSpPr/>
          <p:nvPr/>
        </p:nvSpPr>
        <p:spPr>
          <a:xfrm>
            <a:off x="1051560" y="3108960"/>
            <a:ext cx="7543800" cy="457200"/>
          </a:xfrm>
          <a:prstGeom prst="rect">
            <a:avLst/>
          </a:prstGeom>
          <a:noFill/>
          <a:ln/>
        </p:spPr>
        <p:txBody>
          <a:bodyPr wrap="square" lIns="0" tIns="0" rIns="0" bIns="0" rtlCol="0" anchor="t"/>
          <a:lstStyle/>
          <a:p>
            <a:pPr algn="l" indent="0" marL="0">
              <a:buNone/>
            </a:pPr>
            <a:r>
              <a:rPr lang="en-US" sz="1200" dirty="0">
                <a:solidFill>
                  <a:srgbClr val="5C1A1B"/>
                </a:solidFill>
                <a:latin typeface="EB Garamond" pitchFamily="34" charset="0"/>
                <a:ea typeface="EB Garamond" pitchFamily="34" charset="-122"/>
                <a:cs typeface="EB Garamond" pitchFamily="34" charset="-120"/>
              </a:rPr>
              <a:t>«El Señor resucitado se dejó tocar por sus discípulos, comió con ellos y les enseñó las heridas de la Pasión» (YOUCAT 107).</a:t>
            </a:r>
            <a:endParaRPr lang="en-US" sz="1200" dirty="0"/>
          </a:p>
        </p:txBody>
      </p:sp>
      <p:sp>
        <p:nvSpPr>
          <p:cNvPr id="10" name="Text 8"/>
          <p:cNvSpPr/>
          <p:nvPr/>
        </p:nvSpPr>
        <p:spPr>
          <a:xfrm>
            <a:off x="594360" y="3611880"/>
            <a:ext cx="411480" cy="457200"/>
          </a:xfrm>
          <a:prstGeom prst="rect">
            <a:avLst/>
          </a:prstGeom>
          <a:noFill/>
          <a:ln/>
        </p:spPr>
        <p:txBody>
          <a:bodyPr wrap="square" lIns="0" tIns="0" rIns="0" bIns="0" rtlCol="0" anchor="t"/>
          <a:lstStyle/>
          <a:p>
            <a:pPr algn="l" indent="0" marL="0">
              <a:buNone/>
            </a:pPr>
            <a:r>
              <a:rPr lang="en-US" sz="1200" dirty="0">
                <a:solidFill>
                  <a:srgbClr val="A8915C"/>
                </a:solidFill>
                <a:latin typeface="JetBrains Mono" pitchFamily="34" charset="0"/>
                <a:ea typeface="JetBrains Mono" pitchFamily="34" charset="-122"/>
                <a:cs typeface="JetBrains Mono" pitchFamily="34" charset="-120"/>
              </a:rPr>
              <a:t>II.</a:t>
            </a:r>
            <a:endParaRPr lang="en-US" sz="1200" dirty="0"/>
          </a:p>
        </p:txBody>
      </p:sp>
      <p:sp>
        <p:nvSpPr>
          <p:cNvPr id="11" name="Text 9"/>
          <p:cNvSpPr/>
          <p:nvPr/>
        </p:nvSpPr>
        <p:spPr>
          <a:xfrm>
            <a:off x="1051560" y="3611880"/>
            <a:ext cx="7543800" cy="457200"/>
          </a:xfrm>
          <a:prstGeom prst="rect">
            <a:avLst/>
          </a:prstGeom>
          <a:noFill/>
          <a:ln/>
        </p:spPr>
        <p:txBody>
          <a:bodyPr wrap="square" lIns="0" tIns="0" rIns="0" bIns="0" rtlCol="0" anchor="t"/>
          <a:lstStyle/>
          <a:p>
            <a:pPr algn="l" indent="0" marL="0">
              <a:buNone/>
            </a:pPr>
            <a:r>
              <a:rPr lang="en-US" sz="1200" dirty="0">
                <a:solidFill>
                  <a:srgbClr val="5C1A1B"/>
                </a:solidFill>
                <a:latin typeface="EB Garamond" pitchFamily="34" charset="0"/>
                <a:ea typeface="EB Garamond" pitchFamily="34" charset="-122"/>
                <a:cs typeface="EB Garamond" pitchFamily="34" charset="-120"/>
              </a:rPr>
              <a:t>No es un regreso a la vida terrena, sino un tránsito al estado definitivo de gloria: «un cuerpo espiritual» (1 Co 15, 44).</a:t>
            </a:r>
            <a:endParaRPr lang="en-US" sz="1200" dirty="0"/>
          </a:p>
        </p:txBody>
      </p:sp>
      <p:sp>
        <p:nvSpPr>
          <p:cNvPr id="12" name="Text 10"/>
          <p:cNvSpPr/>
          <p:nvPr/>
        </p:nvSpPr>
        <p:spPr>
          <a:xfrm>
            <a:off x="594360" y="4114800"/>
            <a:ext cx="411480" cy="457200"/>
          </a:xfrm>
          <a:prstGeom prst="rect">
            <a:avLst/>
          </a:prstGeom>
          <a:noFill/>
          <a:ln/>
        </p:spPr>
        <p:txBody>
          <a:bodyPr wrap="square" lIns="0" tIns="0" rIns="0" bIns="0" rtlCol="0" anchor="t"/>
          <a:lstStyle/>
          <a:p>
            <a:pPr algn="l" indent="0" marL="0">
              <a:buNone/>
            </a:pPr>
            <a:r>
              <a:rPr lang="en-US" sz="1200" dirty="0">
                <a:solidFill>
                  <a:srgbClr val="A8915C"/>
                </a:solidFill>
                <a:latin typeface="JetBrains Mono" pitchFamily="34" charset="0"/>
                <a:ea typeface="JetBrains Mono" pitchFamily="34" charset="-122"/>
                <a:cs typeface="JetBrains Mono" pitchFamily="34" charset="-120"/>
              </a:rPr>
              <a:t>III.</a:t>
            </a:r>
            <a:endParaRPr lang="en-US" sz="1200" dirty="0"/>
          </a:p>
        </p:txBody>
      </p:sp>
      <p:sp>
        <p:nvSpPr>
          <p:cNvPr id="13" name="Text 11"/>
          <p:cNvSpPr/>
          <p:nvPr/>
        </p:nvSpPr>
        <p:spPr>
          <a:xfrm>
            <a:off x="1051560" y="4114800"/>
            <a:ext cx="7543800" cy="457200"/>
          </a:xfrm>
          <a:prstGeom prst="rect">
            <a:avLst/>
          </a:prstGeom>
          <a:noFill/>
          <a:ln/>
        </p:spPr>
        <p:txBody>
          <a:bodyPr wrap="square" lIns="0" tIns="0" rIns="0" bIns="0" rtlCol="0" anchor="t"/>
          <a:lstStyle/>
          <a:p>
            <a:pPr algn="l" indent="0" marL="0">
              <a:buNone/>
            </a:pPr>
            <a:r>
              <a:rPr lang="en-US" sz="1200" dirty="0">
                <a:solidFill>
                  <a:srgbClr val="5C1A1B"/>
                </a:solidFill>
                <a:latin typeface="EB Garamond" pitchFamily="34" charset="0"/>
                <a:ea typeface="EB Garamond" pitchFamily="34" charset="-122"/>
                <a:cs typeface="EB Garamond" pitchFamily="34" charset="-120"/>
              </a:rPr>
              <a:t>La Resurrección es «la verdad culminante de toda la fe cristiana»: confirma la divinidad de Cristo y nuestra propia resurrección futura.</a:t>
            </a:r>
            <a:endParaRPr lang="en-US" sz="1200" dirty="0"/>
          </a:p>
        </p:txBody>
      </p:sp>
      <p:sp>
        <p:nvSpPr>
          <p:cNvPr id="14" name="Text 12"/>
          <p:cNvSpPr/>
          <p:nvPr/>
        </p:nvSpPr>
        <p:spPr>
          <a:xfrm>
            <a:off x="457200" y="4663440"/>
            <a:ext cx="8229600" cy="228600"/>
          </a:xfrm>
          <a:prstGeom prst="rect">
            <a:avLst/>
          </a:prstGeom>
          <a:noFill/>
          <a:ln/>
        </p:spPr>
        <p:txBody>
          <a:bodyPr wrap="square" lIns="0" tIns="0" rIns="0" bIns="0" rtlCol="0" anchor="ctr"/>
          <a:lstStyle/>
          <a:p>
            <a:pPr algn="ctr" indent="0" marL="0">
              <a:buNone/>
            </a:pPr>
            <a:r>
              <a:rPr lang="en-US" sz="1000" spc="400" kern="0" dirty="0">
                <a:solidFill>
                  <a:srgbClr val="8A7560"/>
                </a:solidFill>
                <a:latin typeface="JetBrains Mono" pitchFamily="34" charset="0"/>
                <a:ea typeface="JetBrains Mono" pitchFamily="34" charset="-122"/>
                <a:cs typeface="JetBrains Mono" pitchFamily="34" charset="-120"/>
              </a:rPr>
              <a:t>CEC 638-655 · YOUCAT 104-108</a:t>
            </a:r>
            <a:endParaRPr lang="en-US" sz="1000" dirty="0"/>
          </a:p>
        </p:txBody>
      </p:sp>
      <p:sp>
        <p:nvSpPr>
          <p:cNvPr id="15" name="Text 13"/>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25 / 30</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502920"/>
            <a:ext cx="8229600" cy="274320"/>
          </a:xfrm>
          <a:prstGeom prst="rect">
            <a:avLst/>
          </a:prstGeom>
          <a:noFill/>
          <a:ln/>
        </p:spPr>
        <p:txBody>
          <a:bodyPr wrap="square" lIns="0" tIns="0" rIns="0" bIns="0" rtlCol="0" anchor="ctr"/>
          <a:lstStyle/>
          <a:p>
            <a:pPr algn="ctr" indent="0" marL="0">
              <a:buNone/>
            </a:pPr>
            <a:r>
              <a:rPr lang="en-US" sz="900" spc="500" kern="0" dirty="0">
                <a:solidFill>
                  <a:srgbClr val="8A7560"/>
                </a:solidFill>
                <a:latin typeface="JetBrains Mono" pitchFamily="34" charset="0"/>
                <a:ea typeface="JetBrains Mono" pitchFamily="34" charset="-122"/>
                <a:cs typeface="JetBrains Mono" pitchFamily="34" charset="-120"/>
              </a:rPr>
              <a:t>LA ASCENSIÓN</a:t>
            </a:r>
            <a:endParaRPr lang="en-US" sz="900" dirty="0"/>
          </a:p>
        </p:txBody>
      </p:sp>
      <p:sp>
        <p:nvSpPr>
          <p:cNvPr id="4" name="Text 2"/>
          <p:cNvSpPr/>
          <p:nvPr/>
        </p:nvSpPr>
        <p:spPr>
          <a:xfrm>
            <a:off x="457200" y="822960"/>
            <a:ext cx="8229600" cy="594360"/>
          </a:xfrm>
          <a:prstGeom prst="rect">
            <a:avLst/>
          </a:prstGeom>
          <a:noFill/>
          <a:ln/>
        </p:spPr>
        <p:txBody>
          <a:bodyPr wrap="square" lIns="0" tIns="0" rIns="0" bIns="0" rtlCol="0" anchor="ctr"/>
          <a:lstStyle/>
          <a:p>
            <a:pPr algn="ctr" indent="0" marL="0">
              <a:buNone/>
            </a:pPr>
            <a:r>
              <a:rPr lang="en-US" sz="3600" dirty="0">
                <a:solidFill>
                  <a:srgbClr val="5C1A1B"/>
                </a:solidFill>
                <a:latin typeface="Cormorant Garamond" pitchFamily="34" charset="0"/>
                <a:ea typeface="Cormorant Garamond" pitchFamily="34" charset="-122"/>
                <a:cs typeface="Cormorant Garamond" pitchFamily="34" charset="-120"/>
              </a:rPr>
              <a:t>Ascendió a los cielos</a:t>
            </a:r>
            <a:endParaRPr lang="en-US" sz="3600" dirty="0"/>
          </a:p>
        </p:txBody>
      </p:sp>
      <p:sp>
        <p:nvSpPr>
          <p:cNvPr id="5" name="Shape 3"/>
          <p:cNvSpPr/>
          <p:nvPr/>
        </p:nvSpPr>
        <p:spPr>
          <a:xfrm>
            <a:off x="4023360" y="1508760"/>
            <a:ext cx="1097280" cy="0"/>
          </a:xfrm>
          <a:prstGeom prst="line">
            <a:avLst/>
          </a:prstGeom>
          <a:noFill/>
          <a:ln w="9525">
            <a:solidFill>
              <a:srgbClr val="B5A285"/>
            </a:solidFill>
            <a:prstDash val="solid"/>
          </a:ln>
        </p:spPr>
      </p:sp>
      <p:sp>
        <p:nvSpPr>
          <p:cNvPr id="6" name="Text 4"/>
          <p:cNvSpPr/>
          <p:nvPr/>
        </p:nvSpPr>
        <p:spPr>
          <a:xfrm>
            <a:off x="731520" y="1783080"/>
            <a:ext cx="7680960" cy="1280160"/>
          </a:xfrm>
          <a:prstGeom prst="rect">
            <a:avLst/>
          </a:prstGeom>
          <a:noFill/>
          <a:ln/>
        </p:spPr>
        <p:txBody>
          <a:bodyPr wrap="square" lIns="0" tIns="0" rIns="0" bIns="0" rtlCol="0" anchor="ctr"/>
          <a:lstStyle/>
          <a:p>
            <a:pPr algn="ctr" indent="0" marL="0">
              <a:buNone/>
            </a:pPr>
            <a:r>
              <a:rPr lang="en-US" sz="1600" i="1" dirty="0">
                <a:solidFill>
                  <a:srgbClr val="5C1A1B"/>
                </a:solidFill>
                <a:latin typeface="EB Garamond" pitchFamily="34" charset="0"/>
                <a:ea typeface="EB Garamond" pitchFamily="34" charset="-122"/>
                <a:cs typeface="EB Garamond" pitchFamily="34" charset="-120"/>
              </a:rPr>
              <a:t>«Con Jesús uno de nosotros ha llegado junto a Dios y está allí para siempre. En su Hijo, Dios está humanamente cercano a nosotros los hombres.»</a:t>
            </a:r>
            <a:endParaRPr lang="en-US" sz="1600" dirty="0"/>
          </a:p>
        </p:txBody>
      </p:sp>
      <p:sp>
        <p:nvSpPr>
          <p:cNvPr id="7" name="Text 5"/>
          <p:cNvSpPr/>
          <p:nvPr/>
        </p:nvSpPr>
        <p:spPr>
          <a:xfrm>
            <a:off x="457200" y="3108960"/>
            <a:ext cx="8229600" cy="228600"/>
          </a:xfrm>
          <a:prstGeom prst="rect">
            <a:avLst/>
          </a:prstGeom>
          <a:noFill/>
          <a:ln/>
        </p:spPr>
        <p:txBody>
          <a:bodyPr wrap="square" lIns="0" tIns="0" rIns="0" bIns="0" rtlCol="0" anchor="ctr"/>
          <a:lstStyle/>
          <a:p>
            <a:pPr algn="ctr" indent="0" marL="0">
              <a:buNone/>
            </a:pPr>
            <a:r>
              <a:rPr lang="en-US" sz="900" spc="300" kern="0" dirty="0">
                <a:solidFill>
                  <a:srgbClr val="8A7560"/>
                </a:solidFill>
                <a:latin typeface="JetBrains Mono" pitchFamily="34" charset="0"/>
                <a:ea typeface="JetBrains Mono" pitchFamily="34" charset="-122"/>
                <a:cs typeface="JetBrains Mono" pitchFamily="34" charset="-120"/>
              </a:rPr>
              <a:t>YOUCAT 109</a:t>
            </a:r>
            <a:endParaRPr lang="en-US" sz="900" dirty="0"/>
          </a:p>
        </p:txBody>
      </p:sp>
      <p:sp>
        <p:nvSpPr>
          <p:cNvPr id="8" name="Text 6"/>
          <p:cNvSpPr/>
          <p:nvPr/>
        </p:nvSpPr>
        <p:spPr>
          <a:xfrm>
            <a:off x="594360" y="3429000"/>
            <a:ext cx="411480" cy="347472"/>
          </a:xfrm>
          <a:prstGeom prst="rect">
            <a:avLst/>
          </a:prstGeom>
          <a:noFill/>
          <a:ln/>
        </p:spPr>
        <p:txBody>
          <a:bodyPr wrap="square" lIns="0" tIns="0" rIns="0" bIns="0" rtlCol="0" anchor="ctr"/>
          <a:lstStyle/>
          <a:p>
            <a:pPr algn="l" indent="0" marL="0">
              <a:buNone/>
            </a:pPr>
            <a:r>
              <a:rPr lang="en-US" sz="1100" dirty="0">
                <a:solidFill>
                  <a:srgbClr val="A8915C"/>
                </a:solidFill>
                <a:latin typeface="JetBrains Mono" pitchFamily="34" charset="0"/>
                <a:ea typeface="JetBrains Mono" pitchFamily="34" charset="-122"/>
                <a:cs typeface="JetBrains Mono" pitchFamily="34" charset="-120"/>
              </a:rPr>
              <a:t>I.</a:t>
            </a:r>
            <a:endParaRPr lang="en-US" sz="1100" dirty="0"/>
          </a:p>
        </p:txBody>
      </p:sp>
      <p:sp>
        <p:nvSpPr>
          <p:cNvPr id="9" name="Text 7"/>
          <p:cNvSpPr/>
          <p:nvPr/>
        </p:nvSpPr>
        <p:spPr>
          <a:xfrm>
            <a:off x="1051560" y="3429000"/>
            <a:ext cx="7543800" cy="347472"/>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«Cuando yo sea elevado sobre la tierra, atraeré a todos hacia mí» (Jn 12, 32). La Ascensión marca el fin de la cercanía visible del Resucitado.</a:t>
            </a:r>
            <a:endParaRPr lang="en-US" sz="1200" dirty="0"/>
          </a:p>
        </p:txBody>
      </p:sp>
      <p:sp>
        <p:nvSpPr>
          <p:cNvPr id="10" name="Text 8"/>
          <p:cNvSpPr/>
          <p:nvPr/>
        </p:nvSpPr>
        <p:spPr>
          <a:xfrm>
            <a:off x="594360" y="3813048"/>
            <a:ext cx="411480" cy="347472"/>
          </a:xfrm>
          <a:prstGeom prst="rect">
            <a:avLst/>
          </a:prstGeom>
          <a:noFill/>
          <a:ln/>
        </p:spPr>
        <p:txBody>
          <a:bodyPr wrap="square" lIns="0" tIns="0" rIns="0" bIns="0" rtlCol="0" anchor="ctr"/>
          <a:lstStyle/>
          <a:p>
            <a:pPr algn="l" indent="0" marL="0">
              <a:buNone/>
            </a:pPr>
            <a:r>
              <a:rPr lang="en-US" sz="1100" dirty="0">
                <a:solidFill>
                  <a:srgbClr val="A8915C"/>
                </a:solidFill>
                <a:latin typeface="JetBrains Mono" pitchFamily="34" charset="0"/>
                <a:ea typeface="JetBrains Mono" pitchFamily="34" charset="-122"/>
                <a:cs typeface="JetBrains Mono" pitchFamily="34" charset="-120"/>
              </a:rPr>
              <a:t>II.</a:t>
            </a:r>
            <a:endParaRPr lang="en-US" sz="1100" dirty="0"/>
          </a:p>
        </p:txBody>
      </p:sp>
      <p:sp>
        <p:nvSpPr>
          <p:cNvPr id="11" name="Text 9"/>
          <p:cNvSpPr/>
          <p:nvPr/>
        </p:nvSpPr>
        <p:spPr>
          <a:xfrm>
            <a:off x="1051560" y="3813048"/>
            <a:ext cx="7543800" cy="347472"/>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Jesús entra con toda su humanidad en la gloria de Dios. «El hombre encuentra sitio en Dios» -- Benedicto XVI.</a:t>
            </a:r>
            <a:endParaRPr lang="en-US" sz="1200" dirty="0"/>
          </a:p>
        </p:txBody>
      </p:sp>
      <p:sp>
        <p:nvSpPr>
          <p:cNvPr id="12" name="Text 10"/>
          <p:cNvSpPr/>
          <p:nvPr/>
        </p:nvSpPr>
        <p:spPr>
          <a:xfrm>
            <a:off x="594360" y="4197096"/>
            <a:ext cx="411480" cy="347472"/>
          </a:xfrm>
          <a:prstGeom prst="rect">
            <a:avLst/>
          </a:prstGeom>
          <a:noFill/>
          <a:ln/>
        </p:spPr>
        <p:txBody>
          <a:bodyPr wrap="square" lIns="0" tIns="0" rIns="0" bIns="0" rtlCol="0" anchor="ctr"/>
          <a:lstStyle/>
          <a:p>
            <a:pPr algn="l" indent="0" marL="0">
              <a:buNone/>
            </a:pPr>
            <a:r>
              <a:rPr lang="en-US" sz="1100" dirty="0">
                <a:solidFill>
                  <a:srgbClr val="A8915C"/>
                </a:solidFill>
                <a:latin typeface="JetBrains Mono" pitchFamily="34" charset="0"/>
                <a:ea typeface="JetBrains Mono" pitchFamily="34" charset="-122"/>
                <a:cs typeface="JetBrains Mono" pitchFamily="34" charset="-120"/>
              </a:rPr>
              <a:t>III.</a:t>
            </a:r>
            <a:endParaRPr lang="en-US" sz="1100" dirty="0"/>
          </a:p>
        </p:txBody>
      </p:sp>
      <p:sp>
        <p:nvSpPr>
          <p:cNvPr id="13" name="Text 11"/>
          <p:cNvSpPr/>
          <p:nvPr/>
        </p:nvSpPr>
        <p:spPr>
          <a:xfrm>
            <a:off x="1051560" y="4197096"/>
            <a:ext cx="7543800" cy="347472"/>
          </a:xfrm>
          <a:prstGeom prst="rect">
            <a:avLst/>
          </a:prstGeom>
          <a:noFill/>
          <a:ln/>
        </p:spPr>
        <p:txBody>
          <a:bodyPr wrap="square" lIns="0" tIns="0" rIns="0" bIns="0" rtlCol="0" anchor="ctr"/>
          <a:lstStyle/>
          <a:p>
            <a:pPr algn="l" indent="0" marL="0">
              <a:buNone/>
            </a:pPr>
            <a:r>
              <a:rPr lang="en-US" sz="1200" dirty="0">
                <a:solidFill>
                  <a:srgbClr val="5C1A1B"/>
                </a:solidFill>
                <a:latin typeface="EB Garamond" pitchFamily="34" charset="0"/>
                <a:ea typeface="EB Garamond" pitchFamily="34" charset="-122"/>
                <a:cs typeface="EB Garamond" pitchFamily="34" charset="-120"/>
              </a:rPr>
              <a:t>Su presencia ya no es terrena y localizada, pero sigue presente en la Palabra, los Sacramentos y donde dos o tres están reunidos en su nombre (Mt 18, 20).</a:t>
            </a:r>
            <a:endParaRPr lang="en-US" sz="1200" dirty="0"/>
          </a:p>
        </p:txBody>
      </p:sp>
      <p:sp>
        <p:nvSpPr>
          <p:cNvPr id="14" name="Text 12"/>
          <p:cNvSpPr/>
          <p:nvPr/>
        </p:nvSpPr>
        <p:spPr>
          <a:xfrm>
            <a:off x="457200" y="4663440"/>
            <a:ext cx="8229600" cy="228600"/>
          </a:xfrm>
          <a:prstGeom prst="rect">
            <a:avLst/>
          </a:prstGeom>
          <a:noFill/>
          <a:ln/>
        </p:spPr>
        <p:txBody>
          <a:bodyPr wrap="square" lIns="0" tIns="0" rIns="0" bIns="0" rtlCol="0" anchor="ctr"/>
          <a:lstStyle/>
          <a:p>
            <a:pPr algn="ctr" indent="0" marL="0">
              <a:buNone/>
            </a:pPr>
            <a:r>
              <a:rPr lang="en-US" sz="1000" spc="400" kern="0" dirty="0">
                <a:solidFill>
                  <a:srgbClr val="8A7560"/>
                </a:solidFill>
                <a:latin typeface="JetBrains Mono" pitchFamily="34" charset="0"/>
                <a:ea typeface="JetBrains Mono" pitchFamily="34" charset="-122"/>
                <a:cs typeface="JetBrains Mono" pitchFamily="34" charset="-120"/>
              </a:rPr>
              <a:t>CEC 659-667 · YOUCAT 109</a:t>
            </a:r>
            <a:endParaRPr lang="en-US" sz="1000" dirty="0"/>
          </a:p>
        </p:txBody>
      </p:sp>
      <p:sp>
        <p:nvSpPr>
          <p:cNvPr id="15" name="Text 13"/>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26 / 30</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502920"/>
            <a:ext cx="8229600" cy="274320"/>
          </a:xfrm>
          <a:prstGeom prst="rect">
            <a:avLst/>
          </a:prstGeom>
          <a:noFill/>
          <a:ln/>
        </p:spPr>
        <p:txBody>
          <a:bodyPr wrap="square" lIns="0" tIns="0" rIns="0" bIns="0" rtlCol="0" anchor="ctr"/>
          <a:lstStyle/>
          <a:p>
            <a:pPr algn="ctr" indent="0" marL="0">
              <a:buNone/>
            </a:pPr>
            <a:r>
              <a:rPr lang="en-US" sz="900" spc="500" kern="0" dirty="0">
                <a:solidFill>
                  <a:srgbClr val="8A7560"/>
                </a:solidFill>
                <a:latin typeface="JetBrains Mono" pitchFamily="34" charset="0"/>
                <a:ea typeface="JetBrains Mono" pitchFamily="34" charset="-122"/>
                <a:cs typeface="JetBrains Mono" pitchFamily="34" charset="-120"/>
              </a:rPr>
              <a:t>LA EXALTACIÓN</a:t>
            </a:r>
            <a:endParaRPr lang="en-US" sz="900" dirty="0"/>
          </a:p>
        </p:txBody>
      </p:sp>
      <p:sp>
        <p:nvSpPr>
          <p:cNvPr id="4" name="Text 2"/>
          <p:cNvSpPr/>
          <p:nvPr/>
        </p:nvSpPr>
        <p:spPr>
          <a:xfrm>
            <a:off x="457200" y="822960"/>
            <a:ext cx="8229600" cy="594360"/>
          </a:xfrm>
          <a:prstGeom prst="rect">
            <a:avLst/>
          </a:prstGeom>
          <a:noFill/>
          <a:ln/>
        </p:spPr>
        <p:txBody>
          <a:bodyPr wrap="square" lIns="0" tIns="0" rIns="0" bIns="0" rtlCol="0" anchor="ctr"/>
          <a:lstStyle/>
          <a:p>
            <a:pPr algn="ctr" indent="0" marL="0">
              <a:buNone/>
            </a:pPr>
            <a:r>
              <a:rPr lang="en-US" sz="3200" dirty="0">
                <a:solidFill>
                  <a:srgbClr val="5C1A1B"/>
                </a:solidFill>
                <a:latin typeface="Cormorant Garamond" pitchFamily="34" charset="0"/>
                <a:ea typeface="Cormorant Garamond" pitchFamily="34" charset="-122"/>
                <a:cs typeface="Cormorant Garamond" pitchFamily="34" charset="-120"/>
              </a:rPr>
              <a:t>Sentado a la derecha del Padre</a:t>
            </a:r>
            <a:endParaRPr lang="en-US" sz="3200" dirty="0"/>
          </a:p>
        </p:txBody>
      </p:sp>
      <p:sp>
        <p:nvSpPr>
          <p:cNvPr id="5" name="Text 3"/>
          <p:cNvSpPr/>
          <p:nvPr/>
        </p:nvSpPr>
        <p:spPr>
          <a:xfrm>
            <a:off x="457200" y="1417320"/>
            <a:ext cx="8229600" cy="411480"/>
          </a:xfrm>
          <a:prstGeom prst="rect">
            <a:avLst/>
          </a:prstGeom>
          <a:noFill/>
          <a:ln/>
        </p:spPr>
        <p:txBody>
          <a:bodyPr wrap="square" lIns="0" tIns="0" rIns="0" bIns="0" rtlCol="0" anchor="ctr"/>
          <a:lstStyle/>
          <a:p>
            <a:pPr algn="ctr" indent="0" marL="0">
              <a:buNone/>
            </a:pPr>
            <a:r>
              <a:rPr lang="en-US" sz="2000" i="1" dirty="0">
                <a:solidFill>
                  <a:srgbClr val="73201D"/>
                </a:solidFill>
                <a:latin typeface="Cormorant Garamond" pitchFamily="34" charset="0"/>
                <a:ea typeface="Cormorant Garamond" pitchFamily="34" charset="-122"/>
                <a:cs typeface="Cormorant Garamond" pitchFamily="34" charset="-120"/>
              </a:rPr>
              <a:t>y Juez del universo</a:t>
            </a:r>
            <a:endParaRPr lang="en-US" sz="2000" dirty="0"/>
          </a:p>
        </p:txBody>
      </p:sp>
      <p:sp>
        <p:nvSpPr>
          <p:cNvPr id="6" name="Shape 4"/>
          <p:cNvSpPr/>
          <p:nvPr/>
        </p:nvSpPr>
        <p:spPr>
          <a:xfrm>
            <a:off x="4023360" y="1965960"/>
            <a:ext cx="1097280" cy="0"/>
          </a:xfrm>
          <a:prstGeom prst="line">
            <a:avLst/>
          </a:prstGeom>
          <a:noFill/>
          <a:ln w="9525">
            <a:solidFill>
              <a:srgbClr val="B5A285"/>
            </a:solidFill>
            <a:prstDash val="solid"/>
          </a:ln>
        </p:spPr>
      </p:sp>
      <p:sp>
        <p:nvSpPr>
          <p:cNvPr id="7" name="Text 5"/>
          <p:cNvSpPr/>
          <p:nvPr/>
        </p:nvSpPr>
        <p:spPr>
          <a:xfrm>
            <a:off x="731520" y="2240280"/>
            <a:ext cx="7680960" cy="1097280"/>
          </a:xfrm>
          <a:prstGeom prst="rect">
            <a:avLst/>
          </a:prstGeom>
          <a:noFill/>
          <a:ln/>
        </p:spPr>
        <p:txBody>
          <a:bodyPr wrap="square" lIns="0" tIns="0" rIns="0" bIns="0" rtlCol="0" anchor="ctr"/>
          <a:lstStyle/>
          <a:p>
            <a:pPr algn="ctr" indent="0" marL="0">
              <a:buNone/>
            </a:pPr>
            <a:r>
              <a:rPr lang="en-US" sz="1600" i="1" dirty="0">
                <a:solidFill>
                  <a:srgbClr val="5C1A1B"/>
                </a:solidFill>
                <a:latin typeface="EB Garamond" pitchFamily="34" charset="0"/>
                <a:ea typeface="EB Garamond" pitchFamily="34" charset="-122"/>
                <a:cs typeface="EB Garamond" pitchFamily="34" charset="-120"/>
              </a:rPr>
              <a:t>«El Señor me dijo: Siéntate a mi derecha, hasta que yo ponga a tus enemigos por escabel de tus pies» (Sal 109, 1).</a:t>
            </a:r>
            <a:endParaRPr lang="en-US" sz="1600" dirty="0"/>
          </a:p>
        </p:txBody>
      </p:sp>
      <p:sp>
        <p:nvSpPr>
          <p:cNvPr id="8" name="Text 6"/>
          <p:cNvSpPr/>
          <p:nvPr/>
        </p:nvSpPr>
        <p:spPr>
          <a:xfrm>
            <a:off x="457200" y="3429000"/>
            <a:ext cx="3886200" cy="365760"/>
          </a:xfrm>
          <a:prstGeom prst="rect">
            <a:avLst/>
          </a:prstGeom>
          <a:noFill/>
          <a:ln/>
        </p:spPr>
        <p:txBody>
          <a:bodyPr wrap="square" lIns="0" tIns="0" rIns="0" bIns="0" rtlCol="0" anchor="ctr"/>
          <a:lstStyle/>
          <a:p>
            <a:pPr algn="ctr" indent="0" marL="0">
              <a:buNone/>
            </a:pPr>
            <a:r>
              <a:rPr lang="en-US" sz="1600" dirty="0">
                <a:solidFill>
                  <a:srgbClr val="A8915C"/>
                </a:solidFill>
                <a:latin typeface="Cormorant Garamond" pitchFamily="34" charset="0"/>
                <a:ea typeface="Cormorant Garamond" pitchFamily="34" charset="-122"/>
                <a:cs typeface="Cormorant Garamond" pitchFamily="34" charset="-120"/>
              </a:rPr>
              <a:t>Sentado a la derecha</a:t>
            </a:r>
            <a:endParaRPr lang="en-US" sz="1600" dirty="0"/>
          </a:p>
        </p:txBody>
      </p:sp>
      <p:sp>
        <p:nvSpPr>
          <p:cNvPr id="9" name="Text 7"/>
          <p:cNvSpPr/>
          <p:nvPr/>
        </p:nvSpPr>
        <p:spPr>
          <a:xfrm>
            <a:off x="365760" y="3794760"/>
            <a:ext cx="4069080" cy="777240"/>
          </a:xfrm>
          <a:prstGeom prst="rect">
            <a:avLst/>
          </a:prstGeom>
          <a:noFill/>
          <a:ln/>
        </p:spPr>
        <p:txBody>
          <a:bodyPr wrap="square" lIns="0" tIns="0" rIns="0" bIns="0" rtlCol="0" anchor="ctr"/>
          <a:lstStyle/>
          <a:p>
            <a:pPr algn="ctr" indent="0" marL="0">
              <a:buNone/>
            </a:pPr>
            <a:r>
              <a:rPr lang="en-US" sz="1200" dirty="0">
                <a:solidFill>
                  <a:srgbClr val="5C1A1B"/>
                </a:solidFill>
                <a:latin typeface="EB Garamond" pitchFamily="34" charset="0"/>
                <a:ea typeface="EB Garamond" pitchFamily="34" charset="-122"/>
                <a:cs typeface="EB Garamond" pitchFamily="34" charset="-120"/>
              </a:rPr>
              <a:t>«Señorear» significa reinar. La sesión a la derecha del Padre significa la inauguración del Reino: el poder soberano del Resucitado.</a:t>
            </a:r>
            <a:endParaRPr lang="en-US" sz="1200" dirty="0"/>
          </a:p>
        </p:txBody>
      </p:sp>
      <p:sp>
        <p:nvSpPr>
          <p:cNvPr id="10" name="Text 8"/>
          <p:cNvSpPr/>
          <p:nvPr/>
        </p:nvSpPr>
        <p:spPr>
          <a:xfrm>
            <a:off x="4800600" y="3429000"/>
            <a:ext cx="3886200" cy="365760"/>
          </a:xfrm>
          <a:prstGeom prst="rect">
            <a:avLst/>
          </a:prstGeom>
          <a:noFill/>
          <a:ln/>
        </p:spPr>
        <p:txBody>
          <a:bodyPr wrap="square" lIns="0" tIns="0" rIns="0" bIns="0" rtlCol="0" anchor="ctr"/>
          <a:lstStyle/>
          <a:p>
            <a:pPr algn="ctr" indent="0" marL="0">
              <a:buNone/>
            </a:pPr>
            <a:r>
              <a:rPr lang="en-US" sz="1600" dirty="0">
                <a:solidFill>
                  <a:srgbClr val="A8915C"/>
                </a:solidFill>
                <a:latin typeface="Cormorant Garamond" pitchFamily="34" charset="0"/>
                <a:ea typeface="Cormorant Garamond" pitchFamily="34" charset="-122"/>
                <a:cs typeface="Cormorant Garamond" pitchFamily="34" charset="-120"/>
              </a:rPr>
              <a:t>Juez del universo</a:t>
            </a:r>
            <a:endParaRPr lang="en-US" sz="1600" dirty="0"/>
          </a:p>
        </p:txBody>
      </p:sp>
      <p:sp>
        <p:nvSpPr>
          <p:cNvPr id="11" name="Text 9"/>
          <p:cNvSpPr/>
          <p:nvPr/>
        </p:nvSpPr>
        <p:spPr>
          <a:xfrm>
            <a:off x="4709160" y="3794760"/>
            <a:ext cx="4069080" cy="777240"/>
          </a:xfrm>
          <a:prstGeom prst="rect">
            <a:avLst/>
          </a:prstGeom>
          <a:noFill/>
          <a:ln/>
        </p:spPr>
        <p:txBody>
          <a:bodyPr wrap="square" lIns="0" tIns="0" rIns="0" bIns="0" rtlCol="0" anchor="ctr"/>
          <a:lstStyle/>
          <a:p>
            <a:pPr algn="ctr" indent="0" marL="0">
              <a:buNone/>
            </a:pPr>
            <a:r>
              <a:rPr lang="en-US" sz="1200" dirty="0">
                <a:solidFill>
                  <a:srgbClr val="5C1A1B"/>
                </a:solidFill>
                <a:latin typeface="EB Garamond" pitchFamily="34" charset="0"/>
                <a:ea typeface="EB Garamond" pitchFamily="34" charset="-122"/>
                <a:cs typeface="EB Garamond" pitchFamily="34" charset="-120"/>
              </a:rPr>
              <a:t>«Cristo glorioso ha de revelar la disposición secreta de los corazones y dará a cada uno según sus obras» (CEC 682).</a:t>
            </a:r>
            <a:endParaRPr lang="en-US" sz="1200" dirty="0"/>
          </a:p>
        </p:txBody>
      </p:sp>
      <p:sp>
        <p:nvSpPr>
          <p:cNvPr id="12" name="Text 10"/>
          <p:cNvSpPr/>
          <p:nvPr/>
        </p:nvSpPr>
        <p:spPr>
          <a:xfrm>
            <a:off x="457200" y="4663440"/>
            <a:ext cx="8229600" cy="228600"/>
          </a:xfrm>
          <a:prstGeom prst="rect">
            <a:avLst/>
          </a:prstGeom>
          <a:noFill/>
          <a:ln/>
        </p:spPr>
        <p:txBody>
          <a:bodyPr wrap="square" lIns="0" tIns="0" rIns="0" bIns="0" rtlCol="0" anchor="ctr"/>
          <a:lstStyle/>
          <a:p>
            <a:pPr algn="ctr" indent="0" marL="0">
              <a:buNone/>
            </a:pPr>
            <a:r>
              <a:rPr lang="en-US" sz="1000" spc="400" kern="0" dirty="0">
                <a:solidFill>
                  <a:srgbClr val="8A7560"/>
                </a:solidFill>
                <a:latin typeface="JetBrains Mono" pitchFamily="34" charset="0"/>
                <a:ea typeface="JetBrains Mono" pitchFamily="34" charset="-122"/>
                <a:cs typeface="JetBrains Mono" pitchFamily="34" charset="-120"/>
              </a:rPr>
              <a:t>CEC 663-667, 668-682</a:t>
            </a:r>
            <a:endParaRPr lang="en-US" sz="1000" dirty="0"/>
          </a:p>
        </p:txBody>
      </p:sp>
      <p:sp>
        <p:nvSpPr>
          <p:cNvPr id="13" name="Text 11"/>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27 / 30</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502920"/>
            <a:ext cx="8229600" cy="274320"/>
          </a:xfrm>
          <a:prstGeom prst="rect">
            <a:avLst/>
          </a:prstGeom>
          <a:noFill/>
          <a:ln/>
        </p:spPr>
        <p:txBody>
          <a:bodyPr wrap="square" lIns="0" tIns="0" rIns="0" bIns="0" rtlCol="0" anchor="ctr"/>
          <a:lstStyle/>
          <a:p>
            <a:pPr algn="ctr" indent="0" marL="0">
              <a:buNone/>
            </a:pPr>
            <a:r>
              <a:rPr lang="en-US" sz="900" spc="500" kern="0" dirty="0">
                <a:solidFill>
                  <a:srgbClr val="8A7560"/>
                </a:solidFill>
                <a:latin typeface="JetBrains Mono" pitchFamily="34" charset="0"/>
                <a:ea typeface="JetBrains Mono" pitchFamily="34" charset="-122"/>
                <a:cs typeface="JetBrains Mono" pitchFamily="34" charset="-120"/>
              </a:rPr>
              <a:t>LA PARUSÍA -- ARTÍCULO 7</a:t>
            </a:r>
            <a:endParaRPr lang="en-US" sz="900" dirty="0"/>
          </a:p>
        </p:txBody>
      </p:sp>
      <p:sp>
        <p:nvSpPr>
          <p:cNvPr id="4" name="Text 2"/>
          <p:cNvSpPr/>
          <p:nvPr/>
        </p:nvSpPr>
        <p:spPr>
          <a:xfrm>
            <a:off x="457200" y="822960"/>
            <a:ext cx="8229600" cy="594360"/>
          </a:xfrm>
          <a:prstGeom prst="rect">
            <a:avLst/>
          </a:prstGeom>
          <a:noFill/>
          <a:ln/>
        </p:spPr>
        <p:txBody>
          <a:bodyPr wrap="square" lIns="0" tIns="0" rIns="0" bIns="0" rtlCol="0" anchor="ctr"/>
          <a:lstStyle/>
          <a:p>
            <a:pPr algn="ctr" indent="0" marL="0">
              <a:buNone/>
            </a:pPr>
            <a:r>
              <a:rPr lang="en-US" sz="3000" dirty="0">
                <a:solidFill>
                  <a:srgbClr val="5C1A1B"/>
                </a:solidFill>
                <a:latin typeface="Cormorant Garamond" pitchFamily="34" charset="0"/>
                <a:ea typeface="Cormorant Garamond" pitchFamily="34" charset="-122"/>
                <a:cs typeface="Cormorant Garamond" pitchFamily="34" charset="-120"/>
              </a:rPr>
              <a:t>Desde allí ha de venir a juzgar</a:t>
            </a:r>
            <a:endParaRPr lang="en-US" sz="3000" dirty="0"/>
          </a:p>
        </p:txBody>
      </p:sp>
      <p:sp>
        <p:nvSpPr>
          <p:cNvPr id="5" name="Text 3"/>
          <p:cNvSpPr/>
          <p:nvPr/>
        </p:nvSpPr>
        <p:spPr>
          <a:xfrm>
            <a:off x="457200" y="1417320"/>
            <a:ext cx="8229600" cy="411480"/>
          </a:xfrm>
          <a:prstGeom prst="rect">
            <a:avLst/>
          </a:prstGeom>
          <a:noFill/>
          <a:ln/>
        </p:spPr>
        <p:txBody>
          <a:bodyPr wrap="square" lIns="0" tIns="0" rIns="0" bIns="0" rtlCol="0" anchor="ctr"/>
          <a:lstStyle/>
          <a:p>
            <a:pPr algn="ctr" indent="0" marL="0">
              <a:buNone/>
            </a:pPr>
            <a:r>
              <a:rPr lang="en-US" sz="1800" i="1" dirty="0">
                <a:solidFill>
                  <a:srgbClr val="73201D"/>
                </a:solidFill>
                <a:latin typeface="Cormorant Garamond" pitchFamily="34" charset="0"/>
                <a:ea typeface="Cormorant Garamond" pitchFamily="34" charset="-122"/>
                <a:cs typeface="Cormorant Garamond" pitchFamily="34" charset="-120"/>
              </a:rPr>
              <a:t>a los vivos y a los muertos</a:t>
            </a:r>
            <a:endParaRPr lang="en-US" sz="1800" dirty="0"/>
          </a:p>
        </p:txBody>
      </p:sp>
      <p:sp>
        <p:nvSpPr>
          <p:cNvPr id="6" name="Shape 4"/>
          <p:cNvSpPr/>
          <p:nvPr/>
        </p:nvSpPr>
        <p:spPr>
          <a:xfrm>
            <a:off x="4023360" y="1965960"/>
            <a:ext cx="1097280" cy="0"/>
          </a:xfrm>
          <a:prstGeom prst="line">
            <a:avLst/>
          </a:prstGeom>
          <a:noFill/>
          <a:ln w="9525">
            <a:solidFill>
              <a:srgbClr val="B5A285"/>
            </a:solidFill>
            <a:prstDash val="solid"/>
          </a:ln>
        </p:spPr>
      </p:sp>
      <p:sp>
        <p:nvSpPr>
          <p:cNvPr id="7" name="Text 5"/>
          <p:cNvSpPr/>
          <p:nvPr/>
        </p:nvSpPr>
        <p:spPr>
          <a:xfrm>
            <a:off x="731520" y="2194560"/>
            <a:ext cx="7680960" cy="1188720"/>
          </a:xfrm>
          <a:prstGeom prst="rect">
            <a:avLst/>
          </a:prstGeom>
          <a:noFill/>
          <a:ln/>
        </p:spPr>
        <p:txBody>
          <a:bodyPr wrap="square" lIns="0" tIns="0" rIns="0" bIns="0" rtlCol="0" anchor="ctr"/>
          <a:lstStyle/>
          <a:p>
            <a:pPr algn="ctr" indent="0" marL="0">
              <a:buNone/>
            </a:pPr>
            <a:r>
              <a:rPr lang="en-US" sz="1600" i="1" dirty="0">
                <a:solidFill>
                  <a:srgbClr val="5C1A1B"/>
                </a:solidFill>
                <a:latin typeface="Cormorant Garamond" pitchFamily="34" charset="0"/>
                <a:ea typeface="Cormorant Garamond" pitchFamily="34" charset="-122"/>
                <a:cs typeface="Cormorant Garamond" pitchFamily="34" charset="-120"/>
              </a:rPr>
              <a:t>«Jesucristo es Señor del mundo y Señor de la historia porque todo fue creado para él. Todos los hombres han sido salvados por él y serán juzgados por él.»</a:t>
            </a:r>
            <a:endParaRPr lang="en-US" sz="1600" dirty="0"/>
          </a:p>
        </p:txBody>
      </p:sp>
      <p:sp>
        <p:nvSpPr>
          <p:cNvPr id="8" name="Text 6"/>
          <p:cNvSpPr/>
          <p:nvPr/>
        </p:nvSpPr>
        <p:spPr>
          <a:xfrm>
            <a:off x="457200" y="3429000"/>
            <a:ext cx="8229600" cy="228600"/>
          </a:xfrm>
          <a:prstGeom prst="rect">
            <a:avLst/>
          </a:prstGeom>
          <a:noFill/>
          <a:ln/>
        </p:spPr>
        <p:txBody>
          <a:bodyPr wrap="square" lIns="0" tIns="0" rIns="0" bIns="0" rtlCol="0" anchor="ctr"/>
          <a:lstStyle/>
          <a:p>
            <a:pPr algn="ctr" indent="0" marL="0">
              <a:buNone/>
            </a:pPr>
            <a:r>
              <a:rPr lang="en-US" sz="900" spc="300" kern="0" dirty="0">
                <a:solidFill>
                  <a:srgbClr val="8A7560"/>
                </a:solidFill>
                <a:latin typeface="JetBrains Mono" pitchFamily="34" charset="0"/>
                <a:ea typeface="JetBrains Mono" pitchFamily="34" charset="-122"/>
                <a:cs typeface="JetBrains Mono" pitchFamily="34" charset="-120"/>
              </a:rPr>
              <a:t>YOUCAT 110</a:t>
            </a:r>
            <a:endParaRPr lang="en-US" sz="900" dirty="0"/>
          </a:p>
        </p:txBody>
      </p:sp>
      <p:sp>
        <p:nvSpPr>
          <p:cNvPr id="9" name="Text 7"/>
          <p:cNvSpPr/>
          <p:nvPr/>
        </p:nvSpPr>
        <p:spPr>
          <a:xfrm>
            <a:off x="457200" y="3749040"/>
            <a:ext cx="3886200" cy="365760"/>
          </a:xfrm>
          <a:prstGeom prst="rect">
            <a:avLst/>
          </a:prstGeom>
          <a:noFill/>
          <a:ln/>
        </p:spPr>
        <p:txBody>
          <a:bodyPr wrap="square" lIns="0" tIns="0" rIns="0" bIns="0" rtlCol="0" anchor="ctr"/>
          <a:lstStyle/>
          <a:p>
            <a:pPr algn="ctr" indent="0" marL="0">
              <a:buNone/>
            </a:pPr>
            <a:r>
              <a:rPr lang="en-US" sz="1600" dirty="0">
                <a:solidFill>
                  <a:srgbClr val="A8915C"/>
                </a:solidFill>
                <a:latin typeface="Cormorant Garamond" pitchFamily="34" charset="0"/>
                <a:ea typeface="Cormorant Garamond" pitchFamily="34" charset="-122"/>
                <a:cs typeface="Cormorant Garamond" pitchFamily="34" charset="-120"/>
              </a:rPr>
              <a:t>¿Qué cambiará?</a:t>
            </a:r>
            <a:endParaRPr lang="en-US" sz="1600" dirty="0"/>
          </a:p>
        </p:txBody>
      </p:sp>
      <p:sp>
        <p:nvSpPr>
          <p:cNvPr id="10" name="Text 8"/>
          <p:cNvSpPr/>
          <p:nvPr/>
        </p:nvSpPr>
        <p:spPr>
          <a:xfrm>
            <a:off x="365760" y="4114800"/>
            <a:ext cx="4069080" cy="594360"/>
          </a:xfrm>
          <a:prstGeom prst="rect">
            <a:avLst/>
          </a:prstGeom>
          <a:noFill/>
          <a:ln/>
        </p:spPr>
        <p:txBody>
          <a:bodyPr wrap="square" lIns="0" tIns="0" rIns="0" bIns="0" rtlCol="0" anchor="ctr"/>
          <a:lstStyle/>
          <a:p>
            <a:pPr algn="ctr" indent="0" marL="0">
              <a:buNone/>
            </a:pPr>
            <a:r>
              <a:rPr lang="en-US" sz="1200" dirty="0">
                <a:solidFill>
                  <a:srgbClr val="5C1A1B"/>
                </a:solidFill>
                <a:latin typeface="EB Garamond" pitchFamily="34" charset="0"/>
                <a:ea typeface="EB Garamond" pitchFamily="34" charset="-122"/>
                <a:cs typeface="EB Garamond" pitchFamily="34" charset="-120"/>
              </a:rPr>
              <a:t>«Habrá un cielo nuevo y una tierra nueva. Enjugará toda lágrima de sus ojos, y ya no habrá muerte, ni duelo, ni llanto, ni dolor» (Ap 21, 1.4).</a:t>
            </a:r>
            <a:endParaRPr lang="en-US" sz="1200" dirty="0"/>
          </a:p>
        </p:txBody>
      </p:sp>
      <p:sp>
        <p:nvSpPr>
          <p:cNvPr id="11" name="Text 9"/>
          <p:cNvSpPr/>
          <p:nvPr/>
        </p:nvSpPr>
        <p:spPr>
          <a:xfrm>
            <a:off x="4800600" y="3749040"/>
            <a:ext cx="3886200" cy="365760"/>
          </a:xfrm>
          <a:prstGeom prst="rect">
            <a:avLst/>
          </a:prstGeom>
          <a:noFill/>
          <a:ln/>
        </p:spPr>
        <p:txBody>
          <a:bodyPr wrap="square" lIns="0" tIns="0" rIns="0" bIns="0" rtlCol="0" anchor="ctr"/>
          <a:lstStyle/>
          <a:p>
            <a:pPr algn="ctr" indent="0" marL="0">
              <a:buNone/>
            </a:pPr>
            <a:r>
              <a:rPr lang="en-US" sz="1600" dirty="0">
                <a:solidFill>
                  <a:srgbClr val="A8915C"/>
                </a:solidFill>
                <a:latin typeface="Cormorant Garamond" pitchFamily="34" charset="0"/>
                <a:ea typeface="Cormorant Garamond" pitchFamily="34" charset="-122"/>
                <a:cs typeface="Cormorant Garamond" pitchFamily="34" charset="-120"/>
              </a:rPr>
              <a:t>¿Qué juicio?</a:t>
            </a:r>
            <a:endParaRPr lang="en-US" sz="1600" dirty="0"/>
          </a:p>
        </p:txBody>
      </p:sp>
      <p:sp>
        <p:nvSpPr>
          <p:cNvPr id="12" name="Text 10"/>
          <p:cNvSpPr/>
          <p:nvPr/>
        </p:nvSpPr>
        <p:spPr>
          <a:xfrm>
            <a:off x="4709160" y="4114800"/>
            <a:ext cx="4069080" cy="594360"/>
          </a:xfrm>
          <a:prstGeom prst="rect">
            <a:avLst/>
          </a:prstGeom>
          <a:noFill/>
          <a:ln/>
        </p:spPr>
        <p:txBody>
          <a:bodyPr wrap="square" lIns="0" tIns="0" rIns="0" bIns="0" rtlCol="0" anchor="ctr"/>
          <a:lstStyle/>
          <a:p>
            <a:pPr algn="ctr" indent="0" marL="0">
              <a:buNone/>
            </a:pPr>
            <a:r>
              <a:rPr lang="en-US" sz="1200" dirty="0">
                <a:solidFill>
                  <a:srgbClr val="5C1A1B"/>
                </a:solidFill>
                <a:latin typeface="EB Garamond" pitchFamily="34" charset="0"/>
                <a:ea typeface="EB Garamond" pitchFamily="34" charset="-122"/>
                <a:cs typeface="EB Garamond" pitchFamily="34" charset="-120"/>
              </a:rPr>
              <a:t>«Quien no quiere saber nada del amor, no le puede ayudar Cristo; se juzga a sí mismo» (YOUCAT 112).</a:t>
            </a:r>
            <a:endParaRPr lang="en-US" sz="1200" dirty="0"/>
          </a:p>
        </p:txBody>
      </p:sp>
      <p:sp>
        <p:nvSpPr>
          <p:cNvPr id="13" name="Text 11"/>
          <p:cNvSpPr/>
          <p:nvPr/>
        </p:nvSpPr>
        <p:spPr>
          <a:xfrm>
            <a:off x="457200" y="4663440"/>
            <a:ext cx="8229600" cy="228600"/>
          </a:xfrm>
          <a:prstGeom prst="rect">
            <a:avLst/>
          </a:prstGeom>
          <a:noFill/>
          <a:ln/>
        </p:spPr>
        <p:txBody>
          <a:bodyPr wrap="square" lIns="0" tIns="0" rIns="0" bIns="0" rtlCol="0" anchor="ctr"/>
          <a:lstStyle/>
          <a:p>
            <a:pPr algn="ctr" indent="0" marL="0">
              <a:buNone/>
            </a:pPr>
            <a:r>
              <a:rPr lang="en-US" sz="1000" spc="400" kern="0" dirty="0">
                <a:solidFill>
                  <a:srgbClr val="8A7560"/>
                </a:solidFill>
                <a:latin typeface="JetBrains Mono" pitchFamily="34" charset="0"/>
                <a:ea typeface="JetBrains Mono" pitchFamily="34" charset="-122"/>
                <a:cs typeface="JetBrains Mono" pitchFamily="34" charset="-120"/>
              </a:rPr>
              <a:t>CEC 668-682 · YOUCAT 110-112</a:t>
            </a:r>
            <a:endParaRPr lang="en-US" sz="1000" dirty="0"/>
          </a:p>
        </p:txBody>
      </p:sp>
      <p:sp>
        <p:nvSpPr>
          <p:cNvPr id="14" name="Text 12"/>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28 / 30</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Text 1"/>
          <p:cNvSpPr/>
          <p:nvPr/>
        </p:nvSpPr>
        <p:spPr>
          <a:xfrm>
            <a:off x="457200" y="502920"/>
            <a:ext cx="8229600" cy="274320"/>
          </a:xfrm>
          <a:prstGeom prst="rect">
            <a:avLst/>
          </a:prstGeom>
          <a:noFill/>
          <a:ln/>
        </p:spPr>
        <p:txBody>
          <a:bodyPr wrap="square" lIns="0" tIns="0" rIns="0" bIns="0" rtlCol="0" anchor="ctr"/>
          <a:lstStyle/>
          <a:p>
            <a:pPr algn="ctr" indent="0" marL="0">
              <a:buNone/>
            </a:pPr>
            <a:r>
              <a:rPr lang="en-US" sz="900" spc="500" kern="0" dirty="0">
                <a:solidFill>
                  <a:srgbClr val="8A7560"/>
                </a:solidFill>
                <a:latin typeface="JetBrains Mono" pitchFamily="34" charset="0"/>
                <a:ea typeface="JetBrains Mono" pitchFamily="34" charset="-122"/>
                <a:cs typeface="JetBrains Mono" pitchFamily="34" charset="-120"/>
              </a:rPr>
              <a:t>EN RESUMEN</a:t>
            </a:r>
            <a:endParaRPr lang="en-US" sz="900" dirty="0"/>
          </a:p>
        </p:txBody>
      </p:sp>
      <p:sp>
        <p:nvSpPr>
          <p:cNvPr id="4" name="Text 2"/>
          <p:cNvSpPr/>
          <p:nvPr/>
        </p:nvSpPr>
        <p:spPr>
          <a:xfrm>
            <a:off x="457200" y="822960"/>
            <a:ext cx="8229600" cy="594360"/>
          </a:xfrm>
          <a:prstGeom prst="rect">
            <a:avLst/>
          </a:prstGeom>
          <a:noFill/>
          <a:ln/>
        </p:spPr>
        <p:txBody>
          <a:bodyPr wrap="square" lIns="0" tIns="0" rIns="0" bIns="0" rtlCol="0" anchor="ctr"/>
          <a:lstStyle/>
          <a:p>
            <a:pPr algn="ctr" indent="0" marL="0">
              <a:buNone/>
            </a:pPr>
            <a:r>
              <a:rPr lang="en-US" sz="3200" dirty="0">
                <a:solidFill>
                  <a:srgbClr val="5C1A1B"/>
                </a:solidFill>
                <a:latin typeface="Cormorant Garamond" pitchFamily="34" charset="0"/>
                <a:ea typeface="Cormorant Garamond" pitchFamily="34" charset="-122"/>
                <a:cs typeface="Cormorant Garamond" pitchFamily="34" charset="-120"/>
              </a:rPr>
              <a:t>Lo que confesamos en el Credo</a:t>
            </a:r>
            <a:endParaRPr lang="en-US" sz="3200" dirty="0"/>
          </a:p>
        </p:txBody>
      </p:sp>
      <p:sp>
        <p:nvSpPr>
          <p:cNvPr id="5" name="Shape 3"/>
          <p:cNvSpPr/>
          <p:nvPr/>
        </p:nvSpPr>
        <p:spPr>
          <a:xfrm>
            <a:off x="3886200" y="1508760"/>
            <a:ext cx="1371600" cy="0"/>
          </a:xfrm>
          <a:prstGeom prst="line">
            <a:avLst/>
          </a:prstGeom>
          <a:noFill/>
          <a:ln w="9525">
            <a:solidFill>
              <a:srgbClr val="B5A285"/>
            </a:solidFill>
            <a:prstDash val="solid"/>
          </a:ln>
        </p:spPr>
      </p:sp>
      <p:sp>
        <p:nvSpPr>
          <p:cNvPr id="6" name="Text 4"/>
          <p:cNvSpPr/>
          <p:nvPr/>
        </p:nvSpPr>
        <p:spPr>
          <a:xfrm>
            <a:off x="731520" y="1783080"/>
            <a:ext cx="502920" cy="365760"/>
          </a:xfrm>
          <a:prstGeom prst="rect">
            <a:avLst/>
          </a:prstGeom>
          <a:noFill/>
          <a:ln/>
        </p:spPr>
        <p:txBody>
          <a:bodyPr wrap="square" lIns="0" tIns="0" rIns="0" bIns="0" rtlCol="0" anchor="ctr"/>
          <a:lstStyle/>
          <a:p>
            <a:pPr algn="l" indent="0" marL="0">
              <a:buNone/>
            </a:pPr>
            <a:r>
              <a:rPr lang="en-US" sz="1800" dirty="0">
                <a:solidFill>
                  <a:srgbClr val="A8915C"/>
                </a:solidFill>
                <a:latin typeface="Cormorant Garamond" pitchFamily="34" charset="0"/>
                <a:ea typeface="Cormorant Garamond" pitchFamily="34" charset="-122"/>
                <a:cs typeface="Cormorant Garamond" pitchFamily="34" charset="-120"/>
              </a:rPr>
              <a:t>1.</a:t>
            </a:r>
            <a:endParaRPr lang="en-US" sz="1800" dirty="0"/>
          </a:p>
        </p:txBody>
      </p:sp>
      <p:sp>
        <p:nvSpPr>
          <p:cNvPr id="7" name="Text 5"/>
          <p:cNvSpPr/>
          <p:nvPr/>
        </p:nvSpPr>
        <p:spPr>
          <a:xfrm>
            <a:off x="1325880" y="1783080"/>
            <a:ext cx="7269480" cy="365760"/>
          </a:xfrm>
          <a:prstGeom prst="rect">
            <a:avLst/>
          </a:prstGeom>
          <a:noFill/>
          <a:ln/>
        </p:spPr>
        <p:txBody>
          <a:bodyPr wrap="square" lIns="0" tIns="0" rIns="0" bIns="0" rtlCol="0" anchor="ctr"/>
          <a:lstStyle/>
          <a:p>
            <a:pPr algn="l" indent="0" marL="0">
              <a:buNone/>
            </a:pPr>
            <a:r>
              <a:rPr lang="en-US" sz="1300" dirty="0">
                <a:solidFill>
                  <a:srgbClr val="5C1A1B"/>
                </a:solidFill>
                <a:latin typeface="EB Garamond" pitchFamily="34" charset="0"/>
                <a:ea typeface="EB Garamond" pitchFamily="34" charset="-122"/>
                <a:cs typeface="EB Garamond" pitchFamily="34" charset="-120"/>
              </a:rPr>
              <a:t>Creo en Jesucristo, su único Hijo, Nuestro Señor: Dios verdadero y hombre verdadero.</a:t>
            </a:r>
            <a:endParaRPr lang="en-US" sz="1300" dirty="0"/>
          </a:p>
        </p:txBody>
      </p:sp>
      <p:sp>
        <p:nvSpPr>
          <p:cNvPr id="8" name="Text 6"/>
          <p:cNvSpPr/>
          <p:nvPr/>
        </p:nvSpPr>
        <p:spPr>
          <a:xfrm>
            <a:off x="731520" y="2194560"/>
            <a:ext cx="502920" cy="365760"/>
          </a:xfrm>
          <a:prstGeom prst="rect">
            <a:avLst/>
          </a:prstGeom>
          <a:noFill/>
          <a:ln/>
        </p:spPr>
        <p:txBody>
          <a:bodyPr wrap="square" lIns="0" tIns="0" rIns="0" bIns="0" rtlCol="0" anchor="ctr"/>
          <a:lstStyle/>
          <a:p>
            <a:pPr algn="l" indent="0" marL="0">
              <a:buNone/>
            </a:pPr>
            <a:r>
              <a:rPr lang="en-US" sz="1800" dirty="0">
                <a:solidFill>
                  <a:srgbClr val="A8915C"/>
                </a:solidFill>
                <a:latin typeface="Cormorant Garamond" pitchFamily="34" charset="0"/>
                <a:ea typeface="Cormorant Garamond" pitchFamily="34" charset="-122"/>
                <a:cs typeface="Cormorant Garamond" pitchFamily="34" charset="-120"/>
              </a:rPr>
              <a:t>2.</a:t>
            </a:r>
            <a:endParaRPr lang="en-US" sz="1800" dirty="0"/>
          </a:p>
        </p:txBody>
      </p:sp>
      <p:sp>
        <p:nvSpPr>
          <p:cNvPr id="9" name="Text 7"/>
          <p:cNvSpPr/>
          <p:nvPr/>
        </p:nvSpPr>
        <p:spPr>
          <a:xfrm>
            <a:off x="1325880" y="2194560"/>
            <a:ext cx="7269480" cy="365760"/>
          </a:xfrm>
          <a:prstGeom prst="rect">
            <a:avLst/>
          </a:prstGeom>
          <a:noFill/>
          <a:ln/>
        </p:spPr>
        <p:txBody>
          <a:bodyPr wrap="square" lIns="0" tIns="0" rIns="0" bIns="0" rtlCol="0" anchor="ctr"/>
          <a:lstStyle/>
          <a:p>
            <a:pPr algn="l" indent="0" marL="0">
              <a:buNone/>
            </a:pPr>
            <a:r>
              <a:rPr lang="en-US" sz="1300" dirty="0">
                <a:solidFill>
                  <a:srgbClr val="5C1A1B"/>
                </a:solidFill>
                <a:latin typeface="EB Garamond" pitchFamily="34" charset="0"/>
                <a:ea typeface="EB Garamond" pitchFamily="34" charset="-122"/>
                <a:cs typeface="EB Garamond" pitchFamily="34" charset="-120"/>
              </a:rPr>
              <a:t>Concebido por obra y gracia del Espíritu Santo, nació de Santa María Virgen.</a:t>
            </a:r>
            <a:endParaRPr lang="en-US" sz="1300" dirty="0"/>
          </a:p>
        </p:txBody>
      </p:sp>
      <p:sp>
        <p:nvSpPr>
          <p:cNvPr id="10" name="Text 8"/>
          <p:cNvSpPr/>
          <p:nvPr/>
        </p:nvSpPr>
        <p:spPr>
          <a:xfrm>
            <a:off x="731520" y="2606040"/>
            <a:ext cx="502920" cy="365760"/>
          </a:xfrm>
          <a:prstGeom prst="rect">
            <a:avLst/>
          </a:prstGeom>
          <a:noFill/>
          <a:ln/>
        </p:spPr>
        <p:txBody>
          <a:bodyPr wrap="square" lIns="0" tIns="0" rIns="0" bIns="0" rtlCol="0" anchor="ctr"/>
          <a:lstStyle/>
          <a:p>
            <a:pPr algn="l" indent="0" marL="0">
              <a:buNone/>
            </a:pPr>
            <a:r>
              <a:rPr lang="en-US" sz="1800" dirty="0">
                <a:solidFill>
                  <a:srgbClr val="A8915C"/>
                </a:solidFill>
                <a:latin typeface="Cormorant Garamond" pitchFamily="34" charset="0"/>
                <a:ea typeface="Cormorant Garamond" pitchFamily="34" charset="-122"/>
                <a:cs typeface="Cormorant Garamond" pitchFamily="34" charset="-120"/>
              </a:rPr>
              <a:t>3.</a:t>
            </a:r>
            <a:endParaRPr lang="en-US" sz="1800" dirty="0"/>
          </a:p>
        </p:txBody>
      </p:sp>
      <p:sp>
        <p:nvSpPr>
          <p:cNvPr id="11" name="Text 9"/>
          <p:cNvSpPr/>
          <p:nvPr/>
        </p:nvSpPr>
        <p:spPr>
          <a:xfrm>
            <a:off x="1325880" y="2606040"/>
            <a:ext cx="7269480" cy="365760"/>
          </a:xfrm>
          <a:prstGeom prst="rect">
            <a:avLst/>
          </a:prstGeom>
          <a:noFill/>
          <a:ln/>
        </p:spPr>
        <p:txBody>
          <a:bodyPr wrap="square" lIns="0" tIns="0" rIns="0" bIns="0" rtlCol="0" anchor="ctr"/>
          <a:lstStyle/>
          <a:p>
            <a:pPr algn="l" indent="0" marL="0">
              <a:buNone/>
            </a:pPr>
            <a:r>
              <a:rPr lang="en-US" sz="1300" dirty="0">
                <a:solidFill>
                  <a:srgbClr val="5C1A1B"/>
                </a:solidFill>
                <a:latin typeface="EB Garamond" pitchFamily="34" charset="0"/>
                <a:ea typeface="EB Garamond" pitchFamily="34" charset="-122"/>
                <a:cs typeface="EB Garamond" pitchFamily="34" charset="-120"/>
              </a:rPr>
              <a:t>Padeció bajo Poncio Pilato, fue crucificado, muerto y sepultado.</a:t>
            </a:r>
            <a:endParaRPr lang="en-US" sz="1300" dirty="0"/>
          </a:p>
        </p:txBody>
      </p:sp>
      <p:sp>
        <p:nvSpPr>
          <p:cNvPr id="12" name="Text 10"/>
          <p:cNvSpPr/>
          <p:nvPr/>
        </p:nvSpPr>
        <p:spPr>
          <a:xfrm>
            <a:off x="731520" y="3017520"/>
            <a:ext cx="502920" cy="365760"/>
          </a:xfrm>
          <a:prstGeom prst="rect">
            <a:avLst/>
          </a:prstGeom>
          <a:noFill/>
          <a:ln/>
        </p:spPr>
        <p:txBody>
          <a:bodyPr wrap="square" lIns="0" tIns="0" rIns="0" bIns="0" rtlCol="0" anchor="ctr"/>
          <a:lstStyle/>
          <a:p>
            <a:pPr algn="l" indent="0" marL="0">
              <a:buNone/>
            </a:pPr>
            <a:r>
              <a:rPr lang="en-US" sz="1800" dirty="0">
                <a:solidFill>
                  <a:srgbClr val="A8915C"/>
                </a:solidFill>
                <a:latin typeface="Cormorant Garamond" pitchFamily="34" charset="0"/>
                <a:ea typeface="Cormorant Garamond" pitchFamily="34" charset="-122"/>
                <a:cs typeface="Cormorant Garamond" pitchFamily="34" charset="-120"/>
              </a:rPr>
              <a:t>4.</a:t>
            </a:r>
            <a:endParaRPr lang="en-US" sz="1800" dirty="0"/>
          </a:p>
        </p:txBody>
      </p:sp>
      <p:sp>
        <p:nvSpPr>
          <p:cNvPr id="13" name="Text 11"/>
          <p:cNvSpPr/>
          <p:nvPr/>
        </p:nvSpPr>
        <p:spPr>
          <a:xfrm>
            <a:off x="1325880" y="3017520"/>
            <a:ext cx="7269480" cy="365760"/>
          </a:xfrm>
          <a:prstGeom prst="rect">
            <a:avLst/>
          </a:prstGeom>
          <a:noFill/>
          <a:ln/>
        </p:spPr>
        <p:txBody>
          <a:bodyPr wrap="square" lIns="0" tIns="0" rIns="0" bIns="0" rtlCol="0" anchor="ctr"/>
          <a:lstStyle/>
          <a:p>
            <a:pPr algn="l" indent="0" marL="0">
              <a:buNone/>
            </a:pPr>
            <a:r>
              <a:rPr lang="en-US" sz="1300" dirty="0">
                <a:solidFill>
                  <a:srgbClr val="5C1A1B"/>
                </a:solidFill>
                <a:latin typeface="EB Garamond" pitchFamily="34" charset="0"/>
                <a:ea typeface="EB Garamond" pitchFamily="34" charset="-122"/>
                <a:cs typeface="EB Garamond" pitchFamily="34" charset="-120"/>
              </a:rPr>
              <a:t>Descendió a los infiernos; al tercer día resucitó de entre los muertos.</a:t>
            </a:r>
            <a:endParaRPr lang="en-US" sz="1300" dirty="0"/>
          </a:p>
        </p:txBody>
      </p:sp>
      <p:sp>
        <p:nvSpPr>
          <p:cNvPr id="14" name="Text 12"/>
          <p:cNvSpPr/>
          <p:nvPr/>
        </p:nvSpPr>
        <p:spPr>
          <a:xfrm>
            <a:off x="731520" y="3429000"/>
            <a:ext cx="502920" cy="365760"/>
          </a:xfrm>
          <a:prstGeom prst="rect">
            <a:avLst/>
          </a:prstGeom>
          <a:noFill/>
          <a:ln/>
        </p:spPr>
        <p:txBody>
          <a:bodyPr wrap="square" lIns="0" tIns="0" rIns="0" bIns="0" rtlCol="0" anchor="ctr"/>
          <a:lstStyle/>
          <a:p>
            <a:pPr algn="l" indent="0" marL="0">
              <a:buNone/>
            </a:pPr>
            <a:r>
              <a:rPr lang="en-US" sz="1800" dirty="0">
                <a:solidFill>
                  <a:srgbClr val="A8915C"/>
                </a:solidFill>
                <a:latin typeface="Cormorant Garamond" pitchFamily="34" charset="0"/>
                <a:ea typeface="Cormorant Garamond" pitchFamily="34" charset="-122"/>
                <a:cs typeface="Cormorant Garamond" pitchFamily="34" charset="-120"/>
              </a:rPr>
              <a:t>5.</a:t>
            </a:r>
            <a:endParaRPr lang="en-US" sz="1800" dirty="0"/>
          </a:p>
        </p:txBody>
      </p:sp>
      <p:sp>
        <p:nvSpPr>
          <p:cNvPr id="15" name="Text 13"/>
          <p:cNvSpPr/>
          <p:nvPr/>
        </p:nvSpPr>
        <p:spPr>
          <a:xfrm>
            <a:off x="1325880" y="3429000"/>
            <a:ext cx="7269480" cy="365760"/>
          </a:xfrm>
          <a:prstGeom prst="rect">
            <a:avLst/>
          </a:prstGeom>
          <a:noFill/>
          <a:ln/>
        </p:spPr>
        <p:txBody>
          <a:bodyPr wrap="square" lIns="0" tIns="0" rIns="0" bIns="0" rtlCol="0" anchor="ctr"/>
          <a:lstStyle/>
          <a:p>
            <a:pPr algn="l" indent="0" marL="0">
              <a:buNone/>
            </a:pPr>
            <a:r>
              <a:rPr lang="en-US" sz="1300" dirty="0">
                <a:solidFill>
                  <a:srgbClr val="5C1A1B"/>
                </a:solidFill>
                <a:latin typeface="EB Garamond" pitchFamily="34" charset="0"/>
                <a:ea typeface="EB Garamond" pitchFamily="34" charset="-122"/>
                <a:cs typeface="EB Garamond" pitchFamily="34" charset="-120"/>
              </a:rPr>
              <a:t>Subió a los cielos y está sentado a la derecha de Dios, Padre Todopoderoso.</a:t>
            </a:r>
            <a:endParaRPr lang="en-US" sz="1300" dirty="0"/>
          </a:p>
        </p:txBody>
      </p:sp>
      <p:sp>
        <p:nvSpPr>
          <p:cNvPr id="16" name="Text 14"/>
          <p:cNvSpPr/>
          <p:nvPr/>
        </p:nvSpPr>
        <p:spPr>
          <a:xfrm>
            <a:off x="731520" y="3840480"/>
            <a:ext cx="502920" cy="365760"/>
          </a:xfrm>
          <a:prstGeom prst="rect">
            <a:avLst/>
          </a:prstGeom>
          <a:noFill/>
          <a:ln/>
        </p:spPr>
        <p:txBody>
          <a:bodyPr wrap="square" lIns="0" tIns="0" rIns="0" bIns="0" rtlCol="0" anchor="ctr"/>
          <a:lstStyle/>
          <a:p>
            <a:pPr algn="l" indent="0" marL="0">
              <a:buNone/>
            </a:pPr>
            <a:r>
              <a:rPr lang="en-US" sz="1800" dirty="0">
                <a:solidFill>
                  <a:srgbClr val="A8915C"/>
                </a:solidFill>
                <a:latin typeface="Cormorant Garamond" pitchFamily="34" charset="0"/>
                <a:ea typeface="Cormorant Garamond" pitchFamily="34" charset="-122"/>
                <a:cs typeface="Cormorant Garamond" pitchFamily="34" charset="-120"/>
              </a:rPr>
              <a:t>6.</a:t>
            </a:r>
            <a:endParaRPr lang="en-US" sz="1800" dirty="0"/>
          </a:p>
        </p:txBody>
      </p:sp>
      <p:sp>
        <p:nvSpPr>
          <p:cNvPr id="17" name="Text 15"/>
          <p:cNvSpPr/>
          <p:nvPr/>
        </p:nvSpPr>
        <p:spPr>
          <a:xfrm>
            <a:off x="1325880" y="3840480"/>
            <a:ext cx="7269480" cy="365760"/>
          </a:xfrm>
          <a:prstGeom prst="rect">
            <a:avLst/>
          </a:prstGeom>
          <a:noFill/>
          <a:ln/>
        </p:spPr>
        <p:txBody>
          <a:bodyPr wrap="square" lIns="0" tIns="0" rIns="0" bIns="0" rtlCol="0" anchor="ctr"/>
          <a:lstStyle/>
          <a:p>
            <a:pPr algn="l" indent="0" marL="0">
              <a:buNone/>
            </a:pPr>
            <a:r>
              <a:rPr lang="en-US" sz="1300" dirty="0">
                <a:solidFill>
                  <a:srgbClr val="5C1A1B"/>
                </a:solidFill>
                <a:latin typeface="EB Garamond" pitchFamily="34" charset="0"/>
                <a:ea typeface="EB Garamond" pitchFamily="34" charset="-122"/>
                <a:cs typeface="EB Garamond" pitchFamily="34" charset="-120"/>
              </a:rPr>
              <a:t>Desde allí ha de venir a juzgar a los vivos y a los muertos.</a:t>
            </a:r>
            <a:endParaRPr lang="en-US" sz="1300" dirty="0"/>
          </a:p>
        </p:txBody>
      </p:sp>
      <p:sp>
        <p:nvSpPr>
          <p:cNvPr id="18" name="Text 16"/>
          <p:cNvSpPr/>
          <p:nvPr/>
        </p:nvSpPr>
        <p:spPr>
          <a:xfrm>
            <a:off x="457200" y="4663440"/>
            <a:ext cx="8229600" cy="228600"/>
          </a:xfrm>
          <a:prstGeom prst="rect">
            <a:avLst/>
          </a:prstGeom>
          <a:noFill/>
          <a:ln/>
        </p:spPr>
        <p:txBody>
          <a:bodyPr wrap="square" lIns="0" tIns="0" rIns="0" bIns="0" rtlCol="0" anchor="ctr"/>
          <a:lstStyle/>
          <a:p>
            <a:pPr algn="ctr" indent="0" marL="0">
              <a:buNone/>
            </a:pPr>
            <a:r>
              <a:rPr lang="en-US" sz="1000" spc="400" kern="0" dirty="0">
                <a:solidFill>
                  <a:srgbClr val="8A7560"/>
                </a:solidFill>
                <a:latin typeface="JetBrains Mono" pitchFamily="34" charset="0"/>
                <a:ea typeface="JetBrains Mono" pitchFamily="34" charset="-122"/>
                <a:cs typeface="JetBrains Mono" pitchFamily="34" charset="-120"/>
              </a:rPr>
              <a:t>CEC 422-682 · YOUCAT 71-112</a:t>
            </a:r>
            <a:endParaRPr lang="en-US" sz="1000" dirty="0"/>
          </a:p>
        </p:txBody>
      </p:sp>
      <p:sp>
        <p:nvSpPr>
          <p:cNvPr id="19" name="Text 17"/>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29 / 30</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EBD9"/>
        </a:solidFill>
      </p:bgPr>
    </p:bg>
    <p:spTree>
      <p:nvGrpSpPr>
        <p:cNvPr id="1" name=""/>
        <p:cNvGrpSpPr/>
        <p:nvPr/>
      </p:nvGrpSpPr>
      <p:grpSpPr>
        <a:xfrm>
          <a:off x="0" y="0"/>
          <a:ext cx="0" cy="0"/>
          <a:chOff x="0" y="0"/>
          <a:chExt cx="0" cy="0"/>
        </a:xfrm>
      </p:grpSpPr>
      <p:sp>
        <p:nvSpPr>
          <p:cNvPr id="2" name="Shape 0"/>
          <p:cNvSpPr/>
          <p:nvPr/>
        </p:nvSpPr>
        <p:spPr>
          <a:xfrm>
            <a:off x="164592" y="164592"/>
            <a:ext cx="8814816" cy="4814316"/>
          </a:xfrm>
          <a:prstGeom prst="rect">
            <a:avLst/>
          </a:prstGeom>
          <a:ln w="6350">
            <a:solidFill>
              <a:srgbClr val="B5A285">
                <a:alpha val="70000"/>
              </a:srgbClr>
            </a:solidFill>
            <a:prstDash val="solid"/>
          </a:ln>
        </p:spPr>
      </p:sp>
      <p:sp>
        <p:nvSpPr>
          <p:cNvPr id="3" name="Shape 1"/>
          <p:cNvSpPr/>
          <p:nvPr/>
        </p:nvSpPr>
        <p:spPr>
          <a:xfrm>
            <a:off x="4567428" y="868680"/>
            <a:ext cx="9144" cy="640080"/>
          </a:xfrm>
          <a:prstGeom prst="line">
            <a:avLst/>
          </a:prstGeom>
          <a:noFill/>
          <a:ln w="15240">
            <a:solidFill>
              <a:srgbClr val="A8915C"/>
            </a:solidFill>
            <a:prstDash val="solid"/>
          </a:ln>
        </p:spPr>
      </p:sp>
      <p:sp>
        <p:nvSpPr>
          <p:cNvPr id="4" name="Shape 2"/>
          <p:cNvSpPr/>
          <p:nvPr/>
        </p:nvSpPr>
        <p:spPr>
          <a:xfrm>
            <a:off x="4325815" y="1184148"/>
            <a:ext cx="492369" cy="9144"/>
          </a:xfrm>
          <a:prstGeom prst="line">
            <a:avLst/>
          </a:prstGeom>
          <a:noFill/>
          <a:ln w="15240">
            <a:solidFill>
              <a:srgbClr val="A8915C"/>
            </a:solidFill>
            <a:prstDash val="solid"/>
          </a:ln>
        </p:spPr>
      </p:sp>
      <p:sp>
        <p:nvSpPr>
          <p:cNvPr id="5" name="Text 3"/>
          <p:cNvSpPr/>
          <p:nvPr/>
        </p:nvSpPr>
        <p:spPr>
          <a:xfrm>
            <a:off x="457200" y="1874520"/>
            <a:ext cx="8229600" cy="274320"/>
          </a:xfrm>
          <a:prstGeom prst="rect">
            <a:avLst/>
          </a:prstGeom>
          <a:noFill/>
          <a:ln/>
        </p:spPr>
        <p:txBody>
          <a:bodyPr wrap="square" lIns="0" tIns="0" rIns="0" bIns="0" rtlCol="0" anchor="ctr"/>
          <a:lstStyle/>
          <a:p>
            <a:pPr algn="ctr" indent="0" marL="0">
              <a:buNone/>
            </a:pPr>
            <a:r>
              <a:rPr lang="en-US" sz="1000" spc="600" kern="0" dirty="0">
                <a:solidFill>
                  <a:srgbClr val="8A7560"/>
                </a:solidFill>
                <a:latin typeface="JetBrains Mono" pitchFamily="34" charset="0"/>
                <a:ea typeface="JetBrains Mono" pitchFamily="34" charset="-122"/>
                <a:cs typeface="JetBrains Mono" pitchFamily="34" charset="-120"/>
              </a:rPr>
              <a:t>COMUNIÓN EN CRISTO</a:t>
            </a:r>
            <a:endParaRPr lang="en-US" sz="1000" dirty="0"/>
          </a:p>
        </p:txBody>
      </p:sp>
      <p:sp>
        <p:nvSpPr>
          <p:cNvPr id="6" name="Text 4"/>
          <p:cNvSpPr/>
          <p:nvPr/>
        </p:nvSpPr>
        <p:spPr>
          <a:xfrm>
            <a:off x="731520" y="2240280"/>
            <a:ext cx="7680960" cy="1783080"/>
          </a:xfrm>
          <a:prstGeom prst="rect">
            <a:avLst/>
          </a:prstGeom>
          <a:noFill/>
          <a:ln/>
        </p:spPr>
        <p:txBody>
          <a:bodyPr wrap="square" lIns="0" tIns="0" rIns="0" bIns="0" rtlCol="0" anchor="ctr"/>
          <a:lstStyle/>
          <a:p>
            <a:pPr algn="ctr" indent="0" marL="0">
              <a:buNone/>
            </a:pPr>
            <a:r>
              <a:rPr lang="en-US" sz="2200" i="1" dirty="0">
                <a:solidFill>
                  <a:srgbClr val="5C1A1B"/>
                </a:solidFill>
                <a:latin typeface="Cormorant Garamond" pitchFamily="34" charset="0"/>
                <a:ea typeface="Cormorant Garamond" pitchFamily="34" charset="-122"/>
                <a:cs typeface="Cormorant Garamond" pitchFamily="34" charset="-120"/>
              </a:rPr>
              <a:t>«Lo que hemos visto y oído, os lo anunciamos, para que también vosotros estéis en comunión con nosotros. Y nosotros estamos en comunión con el Padre y con su Hijo, Jesucristo.»</a:t>
            </a:r>
            <a:endParaRPr lang="en-US" sz="2200" dirty="0"/>
          </a:p>
        </p:txBody>
      </p:sp>
      <p:sp>
        <p:nvSpPr>
          <p:cNvPr id="7" name="Text 5"/>
          <p:cNvSpPr/>
          <p:nvPr/>
        </p:nvSpPr>
        <p:spPr>
          <a:xfrm>
            <a:off x="457200" y="4023360"/>
            <a:ext cx="8229600" cy="274320"/>
          </a:xfrm>
          <a:prstGeom prst="rect">
            <a:avLst/>
          </a:prstGeom>
          <a:noFill/>
          <a:ln/>
        </p:spPr>
        <p:txBody>
          <a:bodyPr wrap="square" lIns="0" tIns="0" rIns="0" bIns="0" rtlCol="0" anchor="ctr"/>
          <a:lstStyle/>
          <a:p>
            <a:pPr algn="ctr" indent="0" marL="0">
              <a:buNone/>
            </a:pPr>
            <a:r>
              <a:rPr lang="en-US" sz="1000" spc="300" kern="0" dirty="0">
                <a:solidFill>
                  <a:srgbClr val="8A7560"/>
                </a:solidFill>
                <a:latin typeface="JetBrains Mono" pitchFamily="34" charset="0"/>
                <a:ea typeface="JetBrains Mono" pitchFamily="34" charset="-122"/>
                <a:cs typeface="JetBrains Mono" pitchFamily="34" charset="-120"/>
              </a:rPr>
              <a:t>1 Juan 1, 3</a:t>
            </a:r>
            <a:endParaRPr lang="en-US" sz="1000" dirty="0"/>
          </a:p>
        </p:txBody>
      </p:sp>
      <p:sp>
        <p:nvSpPr>
          <p:cNvPr id="8" name="Text 6"/>
          <p:cNvSpPr/>
          <p:nvPr/>
        </p:nvSpPr>
        <p:spPr>
          <a:xfrm>
            <a:off x="457200" y="4526280"/>
            <a:ext cx="8229600" cy="411480"/>
          </a:xfrm>
          <a:prstGeom prst="rect">
            <a:avLst/>
          </a:prstGeom>
          <a:noFill/>
          <a:ln/>
        </p:spPr>
        <p:txBody>
          <a:bodyPr wrap="square" lIns="0" tIns="0" rIns="0" bIns="0" rtlCol="0" anchor="ctr"/>
          <a:lstStyle/>
          <a:p>
            <a:pPr algn="ctr" indent="0" marL="0">
              <a:buNone/>
            </a:pPr>
            <a:r>
              <a:rPr lang="en-US" sz="2200" i="1" dirty="0">
                <a:solidFill>
                  <a:srgbClr val="5C1A1B"/>
                </a:solidFill>
                <a:latin typeface="Cormorant Garamond" pitchFamily="34" charset="0"/>
                <a:ea typeface="Cormorant Garamond" pitchFamily="34" charset="-122"/>
                <a:cs typeface="Cormorant Garamond" pitchFamily="34" charset="-120"/>
              </a:rPr>
              <a:t>Amén.</a:t>
            </a:r>
            <a:endParaRPr lang="en-US" sz="2200" dirty="0"/>
          </a:p>
        </p:txBody>
      </p:sp>
      <p:sp>
        <p:nvSpPr>
          <p:cNvPr id="9" name="Text 7"/>
          <p:cNvSpPr/>
          <p:nvPr/>
        </p:nvSpPr>
        <p:spPr>
          <a:xfrm>
            <a:off x="7680960" y="4663440"/>
            <a:ext cx="1280160" cy="274320"/>
          </a:xfrm>
          <a:prstGeom prst="rect">
            <a:avLst/>
          </a:prstGeom>
          <a:noFill/>
          <a:ln/>
        </p:spPr>
        <p:txBody>
          <a:bodyPr wrap="square" lIns="0" tIns="0" rIns="0" bIns="0" rtlCol="0" anchor="ctr"/>
          <a:lstStyle/>
          <a:p>
            <a:pPr algn="r" indent="0" marL="0">
              <a:buNone/>
            </a:pPr>
            <a:r>
              <a:rPr lang="en-US" sz="900" spc="100" kern="0" dirty="0">
                <a:solidFill>
                  <a:srgbClr val="8A7560"/>
                </a:solidFill>
                <a:latin typeface="JetBrains Mono" pitchFamily="34" charset="0"/>
                <a:ea typeface="JetBrains Mono" pitchFamily="34" charset="-122"/>
                <a:cs typeface="JetBrains Mono" pitchFamily="34" charset="-120"/>
              </a:rPr>
              <a:t>30 / 30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Creo en Jesucristo, Hijo único de Dios · CCC §§ 422–682</dc:title>
  <dc:subject>PptxGenJS Presentation</dc:subject>
  <dc:creator>Curso de Catequesis · Confirmación de Adultos</dc:creator>
  <cp:lastModifiedBy>Curso de Catequesis · Confirmación de Adultos</cp:lastModifiedBy>
  <cp:revision>1</cp:revision>
  <dcterms:created xsi:type="dcterms:W3CDTF">2026-10-05T10:02:25Z</dcterms:created>
  <dcterms:modified xsi:type="dcterms:W3CDTF">2026-10-05T10:02:25Z</dcterms:modified>
</cp:coreProperties>
</file>